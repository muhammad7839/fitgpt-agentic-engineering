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86157d3d6e48a8" /><Relationship Type="http://schemas.openxmlformats.org/officeDocument/2006/relationships/extended-properties" Target="/docProps/app.xml" Id="Rd668acad752d4ca1" /><Relationship Type="http://schemas.openxmlformats.org/officeDocument/2006/relationships/officeDocument" Target="/ppt/presentation.xml" Id="R107c444fe3f74a1d" /></Relationships>
</file>

<file path=ppt/presentation.xml><?xml version="1.0" encoding="utf-8"?>
<p:presentation xmlns:p="http://schemas.openxmlformats.org/presentationml/2006/main">
  <p:sldMasterIdLst>
    <p:sldMasterId xmlns:r="http://schemas.openxmlformats.org/officeDocument/2006/relationships" id="2147483648" r:id="R0506d1f43ffc4fe8"/>
  </p:sldMasterIdLst>
  <p:notesMasterIdLst>
    <p:notesMasterId xmlns:r="http://schemas.openxmlformats.org/officeDocument/2006/relationships" r:id="Re068199de6d742ce"/>
  </p:notesMasterIdLst>
  <p:sldIdLst>
    <p:sldId xmlns:r="http://schemas.openxmlformats.org/officeDocument/2006/relationships" id="256" r:id="R00a0c0223af74153"/>
    <p:sldId xmlns:r="http://schemas.openxmlformats.org/officeDocument/2006/relationships" id="257" r:id="R240fad9e81e24382"/>
    <p:sldId xmlns:r="http://schemas.openxmlformats.org/officeDocument/2006/relationships" id="258" r:id="R3179cec634aa4baa"/>
    <p:sldId xmlns:r="http://schemas.openxmlformats.org/officeDocument/2006/relationships" id="259" r:id="Rc524ee6683004847"/>
    <p:sldId xmlns:r="http://schemas.openxmlformats.org/officeDocument/2006/relationships" id="260" r:id="R0e117e19a42143fc"/>
    <p:sldId xmlns:r="http://schemas.openxmlformats.org/officeDocument/2006/relationships" id="261" r:id="Rb689151d07824dd7"/>
    <p:sldId xmlns:r="http://schemas.openxmlformats.org/officeDocument/2006/relationships" id="262" r:id="R3a64eaf000f54e27"/>
    <p:sldId xmlns:r="http://schemas.openxmlformats.org/officeDocument/2006/relationships" id="263" r:id="Rf52392b3e44448e5"/>
    <p:sldId xmlns:r="http://schemas.openxmlformats.org/officeDocument/2006/relationships" id="264" r:id="R4902b5ad0af44467"/>
    <p:sldId xmlns:r="http://schemas.openxmlformats.org/officeDocument/2006/relationships" id="265" r:id="R4b752a8e5fd543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64e01f91e14fb3" /><Relationship Type="http://schemas.openxmlformats.org/officeDocument/2006/relationships/slideMaster" Target="/ppt/slideMasters/slideMaster1.xml" Id="R0506d1f43ffc4fe8" /><Relationship Type="http://schemas.openxmlformats.org/officeDocument/2006/relationships/notesMaster" Target="/ppt/notesMasters/notesMaster1.xml" Id="Re068199de6d742ce" /><Relationship Type="http://schemas.openxmlformats.org/officeDocument/2006/relationships/presProps" Target="/ppt/presProps.xml" Id="R4c21780d08814f72" /><Relationship Type="http://schemas.openxmlformats.org/officeDocument/2006/relationships/tableStyles" Target="/ppt/tableStyles.xml" Id="R7d966e5a8cdf4a28" /><Relationship Type="http://schemas.openxmlformats.org/officeDocument/2006/relationships/slide" Target="/ppt/slides/slide1.xml" Id="R00a0c0223af74153" /><Relationship Type="http://schemas.openxmlformats.org/officeDocument/2006/relationships/slide" Target="/ppt/slides/slide2.xml" Id="R240fad9e81e24382" /><Relationship Type="http://schemas.openxmlformats.org/officeDocument/2006/relationships/slide" Target="/ppt/slides/slide3.xml" Id="R3179cec634aa4baa" /><Relationship Type="http://schemas.openxmlformats.org/officeDocument/2006/relationships/slide" Target="/ppt/slides/slide4.xml" Id="Rc524ee6683004847" /><Relationship Type="http://schemas.openxmlformats.org/officeDocument/2006/relationships/slide" Target="/ppt/slides/slide5.xml" Id="R0e117e19a42143fc" /><Relationship Type="http://schemas.openxmlformats.org/officeDocument/2006/relationships/slide" Target="/ppt/slides/slide6.xml" Id="Rb689151d07824dd7" /><Relationship Type="http://schemas.openxmlformats.org/officeDocument/2006/relationships/slide" Target="/ppt/slides/slide7.xml" Id="R3a64eaf000f54e27" /><Relationship Type="http://schemas.openxmlformats.org/officeDocument/2006/relationships/slide" Target="/ppt/slides/slide8.xml" Id="Rf52392b3e44448e5" /><Relationship Type="http://schemas.openxmlformats.org/officeDocument/2006/relationships/slide" Target="/ppt/slides/slide9.xml" Id="R4902b5ad0af44467" /><Relationship Type="http://schemas.openxmlformats.org/officeDocument/2006/relationships/slide" Target="/ppt/slides/slide10.xml" Id="R4b752a8e5fd543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08d08f7f4c47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622f17d0334d58" /><Relationship Type="http://schemas.openxmlformats.org/officeDocument/2006/relationships/notesMaster" Target="/ppt/notesMasters/notesMaster1.xml" Id="R25a3f7d4d2c64e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062132b7814e99" /><Relationship Type="http://schemas.openxmlformats.org/officeDocument/2006/relationships/notesMaster" Target="/ppt/notesMasters/notesMaster1.xml" Id="R8cbeef46e3d841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8721531d834406" /><Relationship Type="http://schemas.openxmlformats.org/officeDocument/2006/relationships/notesMaster" Target="/ppt/notesMasters/notesMaster1.xml" Id="R0485af9b50554e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97d98ed7ad4838" /><Relationship Type="http://schemas.openxmlformats.org/officeDocument/2006/relationships/notesMaster" Target="/ppt/notesMasters/notesMaster1.xml" Id="R91d48813c4ea4f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f3fb5d4d96439d" /><Relationship Type="http://schemas.openxmlformats.org/officeDocument/2006/relationships/notesMaster" Target="/ppt/notesMasters/notesMaster1.xml" Id="Redf4d5da8e7046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582349fd454adc" /><Relationship Type="http://schemas.openxmlformats.org/officeDocument/2006/relationships/notesMaster" Target="/ppt/notesMasters/notesMaster1.xml" Id="R6a2e2e40f90b4b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51af8f2fde4b0b" /><Relationship Type="http://schemas.openxmlformats.org/officeDocument/2006/relationships/notesMaster" Target="/ppt/notesMasters/notesMaster1.xml" Id="Rd855b0f231a147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0891048aae4797" /><Relationship Type="http://schemas.openxmlformats.org/officeDocument/2006/relationships/notesMaster" Target="/ppt/notesMasters/notesMaster1.xml" Id="Rb4aa5f44399d45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1699d997cf49ad" /><Relationship Type="http://schemas.openxmlformats.org/officeDocument/2006/relationships/notesMaster" Target="/ppt/notesMasters/notesMaster1.xml" Id="R9d71007ab07a474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cc37f3cbd44e9b" /><Relationship Type="http://schemas.openxmlformats.org/officeDocument/2006/relationships/notesMaster" Target="/ppt/notesMasters/notesMaster1.xml" Id="R7a918205c4eb4d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 Open with the project thesis.</a:t>
            </a:r>
          </a:p>
          <a:p xmlns:a="http://schemas.openxmlformats.org/drawingml/2006/main">
            <a:r>
              <a:t/>
            </a:r>
          </a:p>
          <a:p xmlns:a="http://schemas.openxmlformats.org/drawingml/2006/main">
            <a:r>
              <a:t>What to say: This project is AURA Forge. It is not a FitGPT feature demo. FitGPT is the real codebase I used to test an agentic engineering system that decides how much autonomy a change deserves.</a:t>
            </a:r>
          </a:p>
          <a:p xmlns:a="http://schemas.openxmlformats.org/drawingml/2006/main">
            <a:r>
              <a:t/>
            </a:r>
          </a:p>
          <a:p xmlns:a="http://schemas.openxmlformats.org/drawingml/2006/main">
            <a:r>
              <a:t>What to point at: Point to the thesis box on the right.</a:t>
            </a:r>
          </a:p>
          <a:p xmlns:a="http://schemas.openxmlformats.org/drawingml/2006/main">
            <a:r>
              <a:t/>
            </a:r>
          </a:p>
          <a:p xmlns:a="http://schemas.openxmlformats.org/drawingml/2006/main">
            <a:r>
              <a:t>Transition: Next, explain why the old fixed route was the problem.</a:t>
            </a:r>
          </a:p>
          <a:p xmlns:a="http://schemas.openxmlformats.org/drawingml/2006/main">
            <a:r>
              <a:t/>
            </a:r>
          </a:p>
          <a:p xmlns:a="http://schemas.openxmlformats.org/drawingml/2006/main">
            <a:r>
              <a:t>[Sources]</a:t>
            </a:r>
          </a:p>
          <a:p xmlns:a="http://schemas.openxmlformats.org/drawingml/2006/main">
            <a:r>
              <a:t>- docs/capstone/stakeholder-one-pager.md</a:t>
            </a:r>
          </a:p>
          <a:p xmlns:a="http://schemas.openxmlformats.org/drawingml/2006/main">
            <a:r>
              <a:t>- docs/capstone/final-rubric-audit.md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 Show why fixed autonomy is wrong.</a:t>
            </a:r>
          </a:p>
          <a:p xmlns:a="http://schemas.openxmlformats.org/drawingml/2006/main">
            <a:r>
              <a:t/>
            </a:r>
          </a:p>
          <a:p xmlns:a="http://schemas.openxmlformats.org/drawingml/2006/main">
            <a:r>
              <a:t>What to say: Before AURA, representative changes went through the same full path: Planner, human approval, Implementer, Reviewer, Tester, another human approval, and Project Manager. That was defensible for high risk, but too heavy for low risk.</a:t>
            </a:r>
          </a:p>
          <a:p xmlns:a="http://schemas.openxmlformats.org/drawingml/2006/main">
            <a:r>
              <a:t/>
            </a:r>
          </a:p>
          <a:p xmlns:a="http://schemas.openxmlformats.org/drawingml/2006/main">
            <a:r>
              <a:t>What to point at: Point across the fixed route, then contrast LOW and HIGH.</a:t>
            </a:r>
          </a:p>
          <a:p xmlns:a="http://schemas.openxmlformats.org/drawingml/2006/main">
            <a:r>
              <a:t/>
            </a:r>
          </a:p>
          <a:p xmlns:a="http://schemas.openxmlformats.org/drawingml/2006/main">
            <a:r>
              <a:t>Transition: Now show how AURA makes the route deterministic and risk-based.</a:t>
            </a:r>
          </a:p>
          <a:p xmlns:a="http://schemas.openxmlformats.org/drawingml/2006/main">
            <a:r>
              <a:t/>
            </a:r>
          </a:p>
          <a:p xmlns:a="http://schemas.openxmlformats.org/drawingml/2006/main">
            <a:r>
              <a:t>[Sources]</a:t>
            </a:r>
          </a:p>
          <a:p xmlns:a="http://schemas.openxmlformats.org/drawingml/2006/main">
            <a:r>
              <a:t>- docs/capstone/control-baseline-comparison.md</a:t>
            </a:r>
          </a:p>
          <a:p xmlns:a="http://schemas.openxmlformats.org/drawingml/2006/main">
            <a:r>
              <a:t>- docs/routing-and-tool-grant-map.md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 Explain the architecture clearly.</a:t>
            </a:r>
          </a:p>
          <a:p xmlns:a="http://schemas.openxmlformats.org/drawingml/2006/main">
            <a:r>
              <a:t/>
            </a:r>
          </a:p>
          <a:p xmlns:a="http://schemas.openxmlformats.org/drawingml/2006/main">
            <a:r>
              <a:t>What to say: AURA separates risk classification from execution. The classifier is deterministic and model-free. The router uses that result to choose roles, tools, gates, and approvals.</a:t>
            </a:r>
          </a:p>
          <a:p xmlns:a="http://schemas.openxmlformats.org/drawingml/2006/main">
            <a:r>
              <a:t/>
            </a:r>
          </a:p>
          <a:p xmlns:a="http://schemas.openxmlformats.org/drawingml/2006/main">
            <a:r>
              <a:t>What to point at: Point from Change through Change Passport.</a:t>
            </a:r>
          </a:p>
          <a:p xmlns:a="http://schemas.openxmlformats.org/drawingml/2006/main">
            <a:r>
              <a:t/>
            </a:r>
          </a:p>
          <a:p xmlns:a="http://schemas.openxmlformats.org/drawingml/2006/main">
            <a:r>
              <a:t>Transition: Next, compare the three actual routes.</a:t>
            </a:r>
          </a:p>
          <a:p xmlns:a="http://schemas.openxmlformats.org/drawingml/2006/main">
            <a:r>
              <a:t/>
            </a:r>
          </a:p>
          <a:p xmlns:a="http://schemas.openxmlformats.org/drawingml/2006/main">
            <a:r>
              <a:t>[Sources]</a:t>
            </a:r>
          </a:p>
          <a:p xmlns:a="http://schemas.openxmlformats.org/drawingml/2006/main">
            <a:r>
              <a:t>- docs/capstone/final-architecture.md</a:t>
            </a:r>
          </a:p>
          <a:p xmlns:a="http://schemas.openxmlformats.org/drawingml/2006/main">
            <a:r>
              <a:t>- docs/capstone/risk-classifier.md</a:t>
            </a:r>
          </a:p>
          <a:p xmlns:a="http://schemas.openxmlformats.org/drawingml/2006/main">
            <a:r>
              <a:t>- docs/capstone/adaptive-routing.md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 Make adaptive autonomy concrete.</a:t>
            </a:r>
          </a:p>
          <a:p xmlns:a="http://schemas.openxmlformats.org/drawingml/2006/main">
            <a:r>
              <a:t/>
            </a:r>
          </a:p>
          <a:p xmlns:a="http://schemas.openxmlformats.org/drawingml/2006/main">
            <a:r>
              <a:t>What to say: LOW kept an implementer, an independent reviewer, and deterministic gates. MEDIUM kept implementer, reviewer, tester, and one final approval. HIGH kept the full governed route including final approval and Project Manager.</a:t>
            </a:r>
          </a:p>
          <a:p xmlns:a="http://schemas.openxmlformats.org/drawingml/2006/main">
            <a:r>
              <a:t/>
            </a:r>
          </a:p>
          <a:p xmlns:a="http://schemas.openxmlformats.org/drawingml/2006/main">
            <a:r>
              <a:t>What to point at: Point to each route row, especially the complete HIGH row.</a:t>
            </a:r>
          </a:p>
          <a:p xmlns:a="http://schemas.openxmlformats.org/drawingml/2006/main">
            <a:r>
              <a:t/>
            </a:r>
          </a:p>
          <a:p xmlns:a="http://schemas.openxmlformats.org/drawingml/2006/main">
            <a:r>
              <a:t>Transition: Next, explain how the evidence was measured.</a:t>
            </a:r>
          </a:p>
          <a:p xmlns:a="http://schemas.openxmlformats.org/drawingml/2006/main">
            <a:r>
              <a:t/>
            </a:r>
          </a:p>
          <a:p xmlns:a="http://schemas.openxmlformats.org/drawingml/2006/main">
            <a:r>
              <a:t>[Sources]</a:t>
            </a:r>
          </a:p>
          <a:p xmlns:a="http://schemas.openxmlformats.org/drawingml/2006/main">
            <a:r>
              <a:t>- docs/capstone/adaptive-routing.md</a:t>
            </a:r>
          </a:p>
          <a:p xmlns:a="http://schemas.openxmlformats.org/drawingml/2006/main">
            <a:r>
              <a:t>- docs/capstone/aura-results.md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 Establish credibility of the experiment.</a:t>
            </a:r>
          </a:p>
          <a:p xmlns:a="http://schemas.openxmlformats.org/drawingml/2006/main">
            <a:r>
              <a:t/>
            </a:r>
          </a:p>
          <a:p xmlns:a="http://schemas.openxmlformats.org/drawingml/2006/main">
            <a:r>
              <a:t>What to say: I used three representative scenarios: a LOW documentation change, a MEDIUM executable/test change, and a HIGH governance-sensitive change. I measured the fixed control route first, froze the router, then measured AURA.</a:t>
            </a:r>
          </a:p>
          <a:p xmlns:a="http://schemas.openxmlformats.org/drawingml/2006/main">
            <a:r>
              <a:t/>
            </a:r>
          </a:p>
          <a:p xmlns:a="http://schemas.openxmlformats.org/drawingml/2006/main">
            <a:r>
              <a:t>What to point at: Point to the three scenario cards and the matched-rules line.</a:t>
            </a:r>
          </a:p>
          <a:p xmlns:a="http://schemas.openxmlformats.org/drawingml/2006/main">
            <a:r>
              <a:t/>
            </a:r>
          </a:p>
          <a:p xmlns:a="http://schemas.openxmlformats.org/drawingml/2006/main">
            <a:r>
              <a:t>Transition: Now show the measured results.</a:t>
            </a:r>
          </a:p>
          <a:p xmlns:a="http://schemas.openxmlformats.org/drawingml/2006/main">
            <a:r>
              <a:t/>
            </a:r>
          </a:p>
          <a:p xmlns:a="http://schemas.openxmlformats.org/drawingml/2006/main">
            <a:r>
              <a:t>[Sources]</a:t>
            </a:r>
          </a:p>
          <a:p xmlns:a="http://schemas.openxmlformats.org/drawingml/2006/main">
            <a:r>
              <a:t>- docs/capstone/representative-scenarios.md</a:t>
            </a:r>
          </a:p>
          <a:p xmlns:a="http://schemas.openxmlformats.org/drawingml/2006/main">
            <a:r>
              <a:t>- docs/capstone/quality-rubric.md</a:t>
            </a:r>
          </a:p>
          <a:p xmlns:a="http://schemas.openxmlformats.org/drawingml/2006/main">
            <a:r>
              <a:t>- docs/capstone/control-vs-aura-impact.md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 Present the measured result without overclaiming.</a:t>
            </a:r>
          </a:p>
          <a:p xmlns:a="http://schemas.openxmlformats.org/drawingml/2006/main">
            <a:r>
              <a:t/>
            </a:r>
          </a:p>
          <a:p xmlns:a="http://schemas.openxmlformats.org/drawingml/2006/main">
            <a:r>
              <a:t>What to say: Across the three representative scenarios, AURA improved quality from 44 out of 48 to 48 out of 48. Successful-route cost dropped 19.22 percent, model roles dropped 33.33 percent, and human checkpoints dropped 50 percent.</a:t>
            </a:r>
          </a:p>
          <a:p xmlns:a="http://schemas.openxmlformats.org/drawingml/2006/main">
            <a:r>
              <a:t/>
            </a:r>
          </a:p>
          <a:p xmlns:a="http://schemas.openxmlformats.org/drawingml/2006/main">
            <a:r>
              <a:t>What to point at: Point at LOW first because it shows the largest reduction, then call out HIGH retaining governance.</a:t>
            </a:r>
          </a:p>
          <a:p xmlns:a="http://schemas.openxmlformats.org/drawingml/2006/main">
            <a:r>
              <a:t/>
            </a:r>
          </a:p>
          <a:p xmlns:a="http://schemas.openxmlformats.org/drawingml/2006/main">
            <a:r>
              <a:t>Transition: Next, show that governance was not only documented; it stopped overreach.</a:t>
            </a:r>
          </a:p>
          <a:p xmlns:a="http://schemas.openxmlformats.org/drawingml/2006/main">
            <a:r>
              <a:t/>
            </a:r>
          </a:p>
          <a:p xmlns:a="http://schemas.openxmlformats.org/drawingml/2006/main">
            <a:r>
              <a:t>[Sources]</a:t>
            </a:r>
          </a:p>
          <a:p xmlns:a="http://schemas.openxmlformats.org/drawingml/2006/main">
            <a:r>
              <a:t>- docs/capstone/control-vs-aura-impact.md</a:t>
            </a:r>
          </a:p>
          <a:p xmlns:a="http://schemas.openxmlformats.org/drawingml/2006/main">
            <a:r>
              <a:t>- docs/capstone/aura-results.md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 Make the safety story visible.</a:t>
            </a:r>
          </a:p>
          <a:p xmlns:a="http://schemas.openxmlformats.org/drawingml/2006/main">
            <a:r>
              <a:t/>
            </a:r>
          </a:p>
          <a:p xmlns:a="http://schemas.openxmlformats.org/drawingml/2006/main">
            <a:r>
              <a:t>What to say: This is the most important demo moment. An implementer attempted to use the Project-Manager-only task tracker. The real governed authorization layer denied it. No external state changed, and the model cost was zero.</a:t>
            </a:r>
          </a:p>
          <a:p xmlns:a="http://schemas.openxmlformats.org/drawingml/2006/main">
            <a:r>
              <a:t/>
            </a:r>
          </a:p>
          <a:p xmlns:a="http://schemas.openxmlformats.org/drawingml/2006/main">
            <a:r>
              <a:t>What to point at: Point to DENIED, then read the sanitized denial sentence.</a:t>
            </a:r>
          </a:p>
          <a:p xmlns:a="http://schemas.openxmlformats.org/drawingml/2006/main">
            <a:r>
              <a:t/>
            </a:r>
          </a:p>
          <a:p xmlns:a="http://schemas.openxmlformats.org/drawingml/2006/main">
            <a:r>
              <a:t>Transition: Next, connect this local governance boundary to CI gates.</a:t>
            </a:r>
          </a:p>
          <a:p xmlns:a="http://schemas.openxmlformats.org/drawingml/2006/main">
            <a:r>
              <a:t/>
            </a:r>
          </a:p>
          <a:p xmlns:a="http://schemas.openxmlformats.org/drawingml/2006/main">
            <a:r>
              <a:t>[Sources]</a:t>
            </a:r>
          </a:p>
          <a:p xmlns:a="http://schemas.openxmlformats.org/drawingml/2006/main">
            <a:r>
              <a:t>- docs/capstone/governance-overreach-demo.md</a:t>
            </a:r>
          </a:p>
          <a:p xmlns:a="http://schemas.openxmlformats.org/drawingml/2006/main">
            <a:r>
              <a:t>- docs/capstone/governance-ci-local-verification.md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 Show that the project is eval-gated.</a:t>
            </a:r>
          </a:p>
          <a:p xmlns:a="http://schemas.openxmlformats.org/drawingml/2006/main">
            <a:r>
              <a:t/>
            </a:r>
          </a:p>
          <a:p xmlns:a="http://schemas.openxmlformats.org/drawingml/2006/main">
            <a:r>
              <a:t>What to say: The repository did not stop at local files. The submission package passed GitHub Actions in verified green run 31520499134. The advisory review also behaved safely: when the AI secret was unavailable, it skipped gracefully instead of failing open.</a:t>
            </a:r>
          </a:p>
          <a:p xmlns:a="http://schemas.openxmlformats.org/drawingml/2006/main">
            <a:r>
              <a:t/>
            </a:r>
          </a:p>
          <a:p xmlns:a="http://schemas.openxmlformats.org/drawingml/2006/main">
            <a:r>
              <a:t>What to point at: Point to run 31520499134 and the green job list.</a:t>
            </a:r>
          </a:p>
          <a:p xmlns:a="http://schemas.openxmlformats.org/drawingml/2006/main">
            <a:r>
              <a:t/>
            </a:r>
          </a:p>
          <a:p xmlns:a="http://schemas.openxmlformats.org/drawingml/2006/main">
            <a:r>
              <a:t>Transition: Next, show how all of this evidence is packaged.</a:t>
            </a:r>
          </a:p>
          <a:p xmlns:a="http://schemas.openxmlformats.org/drawingml/2006/main">
            <a:r>
              <a:t/>
            </a:r>
          </a:p>
          <a:p xmlns:a="http://schemas.openxmlformats.org/drawingml/2006/main">
            <a:r>
              <a:t>[Sources]</a:t>
            </a:r>
          </a:p>
          <a:p xmlns:a="http://schemas.openxmlformats.org/drawingml/2006/main">
            <a:r>
              <a:t>- docs/capstone/governance-ci-results.md</a:t>
            </a:r>
          </a:p>
          <a:p xmlns:a="http://schemas.openxmlformats.org/drawingml/2006/main">
            <a:r>
              <a:t>- docs/capstone/final-evidence-snapshot.md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 Explain the Change Passport and right-tool lesson.</a:t>
            </a:r>
          </a:p>
          <a:p xmlns:a="http://schemas.openxmlformats.org/drawingml/2006/main">
            <a:r>
              <a:t/>
            </a:r>
          </a:p>
          <a:p xmlns:a="http://schemas.openxmlformats.org/drawingml/2006/main">
            <a:r>
              <a:t>What to say: The Change Passport pulls together risk tier, route, roles, tests, approvals, policy, CI, and readiness. I also found that some work should not be agentic at all. A narrow config/docs check became deterministic code with zero model cost.</a:t>
            </a:r>
          </a:p>
          <a:p xmlns:a="http://schemas.openxmlformats.org/drawingml/2006/main">
            <a:r>
              <a:t/>
            </a:r>
          </a:p>
          <a:p xmlns:a="http://schemas.openxmlformats.org/drawingml/2006/main">
            <a:r>
              <a:t>What to point at: Point to the Passport fields, then the evidence-flow asset.</a:t>
            </a:r>
          </a:p>
          <a:p xmlns:a="http://schemas.openxmlformats.org/drawingml/2006/main">
            <a:r>
              <a:t/>
            </a:r>
          </a:p>
          <a:p xmlns:a="http://schemas.openxmlformats.org/drawingml/2006/main">
            <a:r>
              <a:t>Transition: Close by stating the bounded impact and remaining human tasks.</a:t>
            </a:r>
          </a:p>
          <a:p xmlns:a="http://schemas.openxmlformats.org/drawingml/2006/main">
            <a:r>
              <a:t/>
            </a:r>
          </a:p>
          <a:p xmlns:a="http://schemas.openxmlformats.org/drawingml/2006/main">
            <a:r>
              <a:t>[Sources]</a:t>
            </a:r>
          </a:p>
          <a:p xmlns:a="http://schemas.openxmlformats.org/drawingml/2006/main">
            <a:r>
              <a:t>- docs/capstone/change-passport.md</a:t>
            </a:r>
          </a:p>
          <a:p xmlns:a="http://schemas.openxmlformats.org/drawingml/2006/main">
            <a:r>
              <a:t>- docs/capstone/evidence/change-passport-AF-HIGH-001.json</a:t>
            </a:r>
          </a:p>
          <a:p xmlns:a="http://schemas.openxmlformats.org/drawingml/2006/main">
            <a:r>
              <a:t>- docs/capstone/deterministic-conversion.md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 Close with the honest takeaway.</a:t>
            </a:r>
          </a:p>
          <a:p xmlns:a="http://schemas.openxmlformats.org/drawingml/2006/main">
            <a:r>
              <a:t/>
            </a:r>
          </a:p>
          <a:p xmlns:a="http://schemas.openxmlformats.org/drawingml/2006/main">
            <a:r>
              <a:t>What to say: The measured evidence supports the thesis, but only for these three representative scenarios. The important result is not just lower cost. It is matching autonomy to risk and proving the system stayed governed.</a:t>
            </a:r>
          </a:p>
          <a:p xmlns:a="http://schemas.openxmlformats.org/drawingml/2006/main">
            <a:r>
              <a:t/>
            </a:r>
          </a:p>
          <a:p xmlns:a="http://schemas.openxmlformats.org/drawingml/2006/main">
            <a:r>
              <a:t>What to point at: Point to measured impact, limitations, and final takeaway.</a:t>
            </a:r>
          </a:p>
          <a:p xmlns:a="http://schemas.openxmlformats.org/drawingml/2006/main">
            <a:r>
              <a:t/>
            </a:r>
          </a:p>
          <a:p xmlns:a="http://schemas.openxmlformats.org/drawingml/2006/main">
            <a:r>
              <a:t>Transition: End the recording and move to submission links/checklist.</a:t>
            </a:r>
          </a:p>
          <a:p xmlns:a="http://schemas.openxmlformats.org/drawingml/2006/main">
            <a:r>
              <a:t/>
            </a:r>
          </a:p>
          <a:p xmlns:a="http://schemas.openxmlformats.org/drawingml/2006/main">
            <a:r>
              <a:t>[Sources]</a:t>
            </a:r>
          </a:p>
          <a:p xmlns:a="http://schemas.openxmlformats.org/drawingml/2006/main">
            <a:r>
              <a:t>- docs/capstone/control-vs-aura-impact.md</a:t>
            </a:r>
          </a:p>
          <a:p xmlns:a="http://schemas.openxmlformats.org/drawingml/2006/main">
            <a:r>
              <a:t>- docs/capstone/final-rubric-audit.md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c6471c84d74a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013eb3f0f8493b" /><Relationship Type="http://schemas.openxmlformats.org/officeDocument/2006/relationships/slideLayout" Target="/ppt/slideLayouts/slideLayout1.xml" Id="R3e009b6ee9d44d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009b6ee9d44d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8364d5426ae47a8" /><Relationship Type="http://schemas.openxmlformats.org/officeDocument/2006/relationships/notesSlide" Target="/ppt/notesSlides/notesSlide1.xml" Id="Ra604eefbbd5445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42d682a0294982" /><Relationship Type="http://schemas.openxmlformats.org/officeDocument/2006/relationships/notesSlide" Target="/ppt/notesSlides/notesSlide2.xml" Id="R09718bb9e67242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f1bea45c3ae45ec" /><Relationship Type="http://schemas.openxmlformats.org/officeDocument/2006/relationships/image" Target="/ppt/media/image.png" Id="R8f1108f2d9c146be" /><Relationship Type="http://schemas.openxmlformats.org/officeDocument/2006/relationships/notesSlide" Target="/ppt/notesSlides/notesSlide3.xml" Id="R3699a1eeb1c04e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27c0b1e75240eb" /><Relationship Type="http://schemas.openxmlformats.org/officeDocument/2006/relationships/notesSlide" Target="/ppt/notesSlides/notesSlide4.xml" Id="R565560a6b30744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3dc2c97cf64a63" /><Relationship Type="http://schemas.openxmlformats.org/officeDocument/2006/relationships/notesSlide" Target="/ppt/notesSlides/notesSlide5.xml" Id="R582014aaa40f4c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0822775f444422f" /><Relationship Type="http://schemas.openxmlformats.org/officeDocument/2006/relationships/image" Target="/ppt/media/image2.png" Id="R467624fcef0e4eee" /><Relationship Type="http://schemas.openxmlformats.org/officeDocument/2006/relationships/image" Target="/ppt/media/image3.png" Id="R74cdafc8b9ff4a56" /><Relationship Type="http://schemas.openxmlformats.org/officeDocument/2006/relationships/image" Target="/ppt/media/image4.png" Id="Ra223037f9b23416c" /><Relationship Type="http://schemas.openxmlformats.org/officeDocument/2006/relationships/notesSlide" Target="/ppt/notesSlides/notesSlide6.xml" Id="R2a4e4f8cd61145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b03d6fb3eb14614" /><Relationship Type="http://schemas.openxmlformats.org/officeDocument/2006/relationships/image" Target="/ppt/media/image5.png" Id="Ra8c04cf299ad4e44" /><Relationship Type="http://schemas.openxmlformats.org/officeDocument/2006/relationships/notesSlide" Target="/ppt/notesSlides/notesSlide7.xml" Id="R4919c52256ea42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46c9843757b435c" /><Relationship Type="http://schemas.openxmlformats.org/officeDocument/2006/relationships/image" Target="/ppt/media/image6.png" Id="R175421cf467f4003" /><Relationship Type="http://schemas.openxmlformats.org/officeDocument/2006/relationships/notesSlide" Target="/ppt/notesSlides/notesSlide8.xml" Id="Rab2e787c45cd49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7a077e797454eb7" /><Relationship Type="http://schemas.openxmlformats.org/officeDocument/2006/relationships/image" Target="/ppt/media/image7.png" Id="R27bccb3410dd4141" /><Relationship Type="http://schemas.openxmlformats.org/officeDocument/2006/relationships/image" Target="/ppt/media/image8.png" Id="R4a9b55a71b6b4e14" /><Relationship Type="http://schemas.openxmlformats.org/officeDocument/2006/relationships/notesSlide" Target="/ppt/notesSlides/notesSlide9.xml" Id="Rc42104e82a784c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73c7a056973426a" /><Relationship Type="http://schemas.openxmlformats.org/officeDocument/2006/relationships/notesSlide" Target="/ppt/notesSlides/notesSlide10.xml" Id="R8b918120d4d4405d" /></Relationships>
</file>

<file path=ppt/slides/slide1.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E8B9BE-3B6D-409E-86E5-464DF056D4B9}"/>
              </a:ext>
            </a:extLst>
          </p:cNvPr>
          <p:cNvSpPr>
            <a:spLocks xmlns:a="http://schemas.openxmlformats.org/drawingml/2006/main" noGrp="1"/>
          </p:cNvSpPr>
          <p:nvPr/>
        </p:nvSpPr>
        <p:spPr>
          <a:xfrm xmlns:a="http://schemas.openxmlformats.org/drawingml/2006/main">
            <a:off x="723900" y="1238250"/>
            <a:ext cx="7239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800" b="1">
                <a:solidFill>
                  <a:srgbClr val="F4F8FB"/>
                </a:solidFill>
              </a:defRPr>
            </a:pPr>
            <a:r>
              <a:rPr sz="4800" b="1">
                <a:solidFill>
                  <a:srgbClr val="F4F8FB"/>
                </a:solidFill>
              </a:rPr>
              <a:t>AURA Forge</a:t>
            </a:r>
          </a:p>
        </p:txBody>
      </p:sp>
      <p:sp>
        <p:nvSpPr>
          <p:cNvPr id="2" name="">
            <a:extLst xmlns:a="http://schemas.openxmlformats.org/drawingml/2006/main">
              <a:ext uri="{FF2B5EF4-FFF2-40B4-BE49-F238E27FC236}">
                <a16:creationId xmlns:a16="http://schemas.microsoft.com/office/drawing/2014/main" id="{B661673C-EC2A-4F4F-8CED-E40FD51B13B7}"/>
              </a:ext>
            </a:extLst>
          </p:cNvPr>
          <p:cNvSpPr>
            <a:spLocks xmlns:a="http://schemas.openxmlformats.org/drawingml/2006/main" noGrp="1"/>
          </p:cNvSpPr>
          <p:nvPr/>
        </p:nvSpPr>
        <p:spPr>
          <a:xfrm xmlns:a="http://schemas.openxmlformats.org/drawingml/2006/main">
            <a:off x="762000" y="2143125"/>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a:solidFill>
                  <a:srgbClr val="4CC9F0"/>
                </a:solidFill>
              </a:defRPr>
            </a:pPr>
            <a:r>
              <a:rPr sz="2250" b="1">
                <a:solidFill>
                  <a:srgbClr val="4CC9F0"/>
                </a:solidFill>
              </a:rPr>
              <a:t>Governed Adaptive Engineering for FitGPT</a:t>
            </a:r>
          </a:p>
        </p:txBody>
      </p:sp>
      <p:sp>
        <p:nvSpPr>
          <p:cNvPr id="3" name="">
            <a:extLst xmlns:a="http://schemas.openxmlformats.org/drawingml/2006/main">
              <a:ext uri="{FF2B5EF4-FFF2-40B4-BE49-F238E27FC236}">
                <a16:creationId xmlns:a16="http://schemas.microsoft.com/office/drawing/2014/main" id="{808EEB88-2967-4F8F-9504-5595798A9A15}"/>
              </a:ext>
            </a:extLst>
          </p:cNvPr>
          <p:cNvSpPr>
            <a:spLocks xmlns:a="http://schemas.openxmlformats.org/drawingml/2006/main" noGrp="1"/>
          </p:cNvSpPr>
          <p:nvPr/>
        </p:nvSpPr>
        <p:spPr>
          <a:xfrm xmlns:a="http://schemas.openxmlformats.org/drawingml/2006/main">
            <a:off x="781050" y="2905125"/>
            <a:ext cx="6286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0">
                <a:solidFill>
                  <a:srgbClr val="A9BACB"/>
                </a:solidFill>
              </a:defRPr>
            </a:pPr>
            <a:r>
              <a:rPr sz="1875" b="0">
                <a:solidFill>
                  <a:srgbClr val="A9BACB"/>
                </a:solidFill>
              </a:rPr>
              <a:t>LaunchCode Agentic Engineering Capstone</a:t>
            </a:r>
          </a:p>
          <a:p xmlns:a="http://schemas.openxmlformats.org/drawingml/2006/main">
            <a:pPr>
              <a:defRPr sz="1875" b="0">
                <a:solidFill>
                  <a:srgbClr val="A9BACB"/>
                </a:solidFill>
              </a:defRPr>
            </a:pPr>
            <a:r>
              <a:rPr sz="1875" b="0">
                <a:solidFill>
                  <a:srgbClr val="A9BACB"/>
                </a:solidFill>
              </a:rPr>
              <a:t>Muhammad Imran</a:t>
            </a:r>
          </a:p>
        </p:txBody>
      </p:sp>
      <p:sp>
        <p:nvSpPr>
          <p:cNvPr id="4" name="">
            <a:extLst xmlns:a="http://schemas.openxmlformats.org/drawingml/2006/main">
              <a:ext uri="{FF2B5EF4-FFF2-40B4-BE49-F238E27FC236}">
                <a16:creationId xmlns:a16="http://schemas.microsoft.com/office/drawing/2014/main" id="{CD2FC89E-A301-4EDA-A55A-49D6974F8BC2}"/>
              </a:ext>
            </a:extLst>
          </p:cNvPr>
          <p:cNvSpPr>
            <a:spLocks xmlns:a="http://schemas.openxmlformats.org/drawingml/2006/main" noGrp="1"/>
          </p:cNvSpPr>
          <p:nvPr/>
        </p:nvSpPr>
        <p:spPr>
          <a:xfrm xmlns:a="http://schemas.openxmlformats.org/drawingml/2006/main">
            <a:off x="7905750" y="1381125"/>
            <a:ext cx="3143250" cy="3143250"/>
          </a:xfrm>
          <a:prstGeom xmlns:a="http://schemas.openxmlformats.org/drawingml/2006/main" prst="roundRect">
            <a:avLst>
              <a:gd name="adj" fmla="val 2424"/>
            </a:avLst>
          </a:prstGeom>
          <a:solidFill xmlns:a="http://schemas.openxmlformats.org/drawingml/2006/main">
            <a:srgbClr val="17314D"/>
          </a:solidFill>
          <a:ln xmlns:a="http://schemas.openxmlformats.org/drawingml/2006/main" w="11430">
            <a:solidFill>
              <a:srgbClr val="2A4663"/>
            </a:solidFill>
            <a:prstDash val="solid"/>
          </a:ln>
        </p:spPr>
      </p:sp>
      <p:sp>
        <p:nvSpPr>
          <p:cNvPr id="5" name="">
            <a:extLst xmlns:a="http://schemas.openxmlformats.org/drawingml/2006/main">
              <a:ext uri="{FF2B5EF4-FFF2-40B4-BE49-F238E27FC236}">
                <a16:creationId xmlns:a16="http://schemas.microsoft.com/office/drawing/2014/main" id="{97BE578F-BBF4-4B8A-83BA-0F090950EAA0}"/>
              </a:ext>
            </a:extLst>
          </p:cNvPr>
          <p:cNvSpPr>
            <a:spLocks xmlns:a="http://schemas.openxmlformats.org/drawingml/2006/main" noGrp="1"/>
          </p:cNvSpPr>
          <p:nvPr/>
        </p:nvSpPr>
        <p:spPr>
          <a:xfrm xmlns:a="http://schemas.openxmlformats.org/drawingml/2006/main">
            <a:off x="8267700" y="2190750"/>
            <a:ext cx="24003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400" b="1">
                <a:solidFill>
                  <a:srgbClr val="F4F8FB"/>
                </a:solidFill>
              </a:defRPr>
            </a:pPr>
            <a:r>
              <a:rPr sz="2400" b="1">
                <a:solidFill>
                  <a:srgbClr val="F4F8FB"/>
                </a:solidFill>
              </a:rPr>
              <a:t>Give each software change only the autonomy it deserves.</a:t>
            </a:r>
          </a:p>
        </p:txBody>
      </p:sp>
    </p:spTree>
    <p:extLst>
      <p:ext uri="{BB962C8B-B14F-4D97-AF65-F5344CB8AC3E}">
        <p14:creationId xmlns:p14="http://schemas.microsoft.com/office/powerpoint/2010/main" val="468072439"/>
      </p:ext>
    </p:extLst>
  </p:cSld>
</p:sld>
</file>

<file path=ppt/slides/slide2.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3B94C6F-6B46-40EB-9EB6-179A2C11117C}"/>
              </a:ext>
            </a:extLst>
          </p:cNvPr>
          <p:cNvSpPr>
            <a:spLocks xmlns:a="http://schemas.openxmlformats.org/drawingml/2006/main" noGrp="1"/>
          </p:cNvSpPr>
          <p:nvPr/>
        </p:nvSpPr>
        <p:spPr>
          <a:xfrm xmlns:a="http://schemas.openxmlformats.org/drawingml/2006/main">
            <a:off x="666750" y="323850"/>
            <a:ext cx="971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F4F8FB"/>
                </a:solidFill>
              </a:defRPr>
            </a:pPr>
            <a:r>
              <a:rPr sz="2625" b="1">
                <a:solidFill>
                  <a:srgbClr val="F4F8FB"/>
                </a:solidFill>
              </a:rPr>
              <a:t>Fixed autonomy made simple changes too expensive</a:t>
            </a:r>
          </a:p>
        </p:txBody>
      </p:sp>
      <p:sp>
        <p:nvSpPr>
          <p:cNvPr id="2" name="">
            <a:extLst xmlns:a="http://schemas.openxmlformats.org/drawingml/2006/main">
              <a:ext uri="{FF2B5EF4-FFF2-40B4-BE49-F238E27FC236}">
                <a16:creationId xmlns:a16="http://schemas.microsoft.com/office/drawing/2014/main" id="{B2F3A696-9DDF-442E-B398-F75CBFECCCC0}"/>
              </a:ext>
            </a:extLst>
          </p:cNvPr>
          <p:cNvSpPr>
            <a:spLocks xmlns:a="http://schemas.openxmlformats.org/drawingml/2006/main" noGrp="1"/>
          </p:cNvSpPr>
          <p:nvPr/>
        </p:nvSpPr>
        <p:spPr>
          <a:xfrm xmlns:a="http://schemas.openxmlformats.org/drawingml/2006/main">
            <a:off x="666750" y="876300"/>
            <a:ext cx="981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A9BACB"/>
                </a:solidFill>
              </a:defRPr>
            </a:pPr>
            <a:r>
              <a:rPr sz="1350" b="0">
                <a:solidFill>
                  <a:srgbClr val="A9BACB"/>
                </a:solidFill>
              </a:rPr>
              <a:t>The same route was being applied to changes with very different risk.</a:t>
            </a:r>
          </a:p>
        </p:txBody>
      </p:sp>
      <p:sp>
        <p:nvSpPr>
          <p:cNvPr id="3" name="">
            <a:extLst xmlns:a="http://schemas.openxmlformats.org/drawingml/2006/main">
              <a:ext uri="{FF2B5EF4-FFF2-40B4-BE49-F238E27FC236}">
                <a16:creationId xmlns:a16="http://schemas.microsoft.com/office/drawing/2014/main" id="{188C332E-A17F-40DB-A695-C63A86229F38}"/>
              </a:ext>
            </a:extLst>
          </p:cNvPr>
          <p:cNvSpPr>
            <a:spLocks xmlns:a="http://schemas.openxmlformats.org/drawingml/2006/main" noGrp="1"/>
          </p:cNvSpPr>
          <p:nvPr/>
        </p:nvSpPr>
        <p:spPr>
          <a:xfrm xmlns:a="http://schemas.openxmlformats.org/drawingml/2006/main">
            <a:off x="11049000" y="61912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6F8499"/>
                </a:solidFill>
              </a:defRPr>
            </a:pPr>
            <a:r>
              <a:rPr sz="1200" b="1">
                <a:solidFill>
                  <a:srgbClr val="6F8499"/>
                </a:solidFill>
              </a:rPr>
              <a:t>02</a:t>
            </a:r>
          </a:p>
        </p:txBody>
      </p:sp>
      <p:sp>
        <p:nvSpPr>
          <p:cNvPr id="4" name="">
            <a:extLst xmlns:a="http://schemas.openxmlformats.org/drawingml/2006/main">
              <a:ext uri="{FF2B5EF4-FFF2-40B4-BE49-F238E27FC236}">
                <a16:creationId xmlns:a16="http://schemas.microsoft.com/office/drawing/2014/main" id="{B388B086-4DA3-45FE-977B-59DA2B88F5BF}"/>
              </a:ext>
            </a:extLst>
          </p:cNvPr>
          <p:cNvSpPr>
            <a:spLocks xmlns:a="http://schemas.openxmlformats.org/drawingml/2006/main" noGrp="1"/>
          </p:cNvSpPr>
          <p:nvPr/>
        </p:nvSpPr>
        <p:spPr>
          <a:xfrm xmlns:a="http://schemas.openxmlformats.org/drawingml/2006/main">
            <a:off x="666750" y="2076450"/>
            <a:ext cx="1428750" cy="723900"/>
          </a:xfrm>
          <a:prstGeom xmlns:a="http://schemas.openxmlformats.org/drawingml/2006/main" prst="roundRect">
            <a:avLst>
              <a:gd name="adj" fmla="val 10526"/>
            </a:avLst>
          </a:prstGeom>
          <a:solidFill xmlns:a="http://schemas.openxmlformats.org/drawingml/2006/main">
            <a:srgbClr val="17314D"/>
          </a:solidFill>
          <a:ln xmlns:a="http://schemas.openxmlformats.org/drawingml/2006/main" w="11430">
            <a:solidFill>
              <a:srgbClr val="2A4663"/>
            </a:solidFill>
            <a:prstDash val="solid"/>
          </a:ln>
        </p:spPr>
      </p:sp>
      <p:sp>
        <p:nvSpPr>
          <p:cNvPr id="5" name="">
            <a:extLst xmlns:a="http://schemas.openxmlformats.org/drawingml/2006/main">
              <a:ext uri="{FF2B5EF4-FFF2-40B4-BE49-F238E27FC236}">
                <a16:creationId xmlns:a16="http://schemas.microsoft.com/office/drawing/2014/main" id="{53774284-287B-4E1E-8A03-972F5156C4D4}"/>
              </a:ext>
            </a:extLst>
          </p:cNvPr>
          <p:cNvSpPr>
            <a:spLocks xmlns:a="http://schemas.openxmlformats.org/drawingml/2006/main" noGrp="1"/>
          </p:cNvSpPr>
          <p:nvPr/>
        </p:nvSpPr>
        <p:spPr>
          <a:xfrm xmlns:a="http://schemas.openxmlformats.org/drawingml/2006/main">
            <a:off x="762000" y="23050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F8FB"/>
                </a:solidFill>
              </a:defRPr>
            </a:pPr>
            <a:r>
              <a:rPr sz="1350" b="1">
                <a:solidFill>
                  <a:srgbClr val="F4F8FB"/>
                </a:solidFill>
              </a:rPr>
              <a:t>Planner</a:t>
            </a:r>
          </a:p>
        </p:txBody>
      </p:sp>
      <p:sp>
        <p:nvSpPr>
          <p:cNvPr id="6" name="">
            <a:extLst xmlns:a="http://schemas.openxmlformats.org/drawingml/2006/main">
              <a:ext uri="{FF2B5EF4-FFF2-40B4-BE49-F238E27FC236}">
                <a16:creationId xmlns:a16="http://schemas.microsoft.com/office/drawing/2014/main" id="{FFD6E096-C7C1-48DD-B6CF-BD9296125717}"/>
              </a:ext>
            </a:extLst>
          </p:cNvPr>
          <p:cNvSpPr>
            <a:spLocks xmlns:a="http://schemas.openxmlformats.org/drawingml/2006/main" noGrp="1"/>
          </p:cNvSpPr>
          <p:nvPr/>
        </p:nvSpPr>
        <p:spPr>
          <a:xfrm xmlns:a="http://schemas.openxmlformats.org/drawingml/2006/main">
            <a:off x="2247900" y="2076450"/>
            <a:ext cx="1333500" cy="723900"/>
          </a:xfrm>
          <a:prstGeom xmlns:a="http://schemas.openxmlformats.org/drawingml/2006/main" prst="roundRect">
            <a:avLst>
              <a:gd name="adj" fmla="val 10526"/>
            </a:avLst>
          </a:prstGeom>
          <a:solidFill xmlns:a="http://schemas.openxmlformats.org/drawingml/2006/main">
            <a:srgbClr val="3D2F16"/>
          </a:solidFill>
          <a:ln xmlns:a="http://schemas.openxmlformats.org/drawingml/2006/main" w="11430">
            <a:solidFill>
              <a:srgbClr val="F6C85F"/>
            </a:solidFill>
            <a:prstDash val="solid"/>
          </a:ln>
        </p:spPr>
      </p:sp>
      <p:sp>
        <p:nvSpPr>
          <p:cNvPr id="7" name="">
            <a:extLst xmlns:a="http://schemas.openxmlformats.org/drawingml/2006/main">
              <a:ext uri="{FF2B5EF4-FFF2-40B4-BE49-F238E27FC236}">
                <a16:creationId xmlns:a16="http://schemas.microsoft.com/office/drawing/2014/main" id="{2B4E6063-3191-4426-91EA-442B03FB22D1}"/>
              </a:ext>
            </a:extLst>
          </p:cNvPr>
          <p:cNvSpPr>
            <a:spLocks xmlns:a="http://schemas.openxmlformats.org/drawingml/2006/main" noGrp="1"/>
          </p:cNvSpPr>
          <p:nvPr/>
        </p:nvSpPr>
        <p:spPr>
          <a:xfrm xmlns:a="http://schemas.openxmlformats.org/drawingml/2006/main">
            <a:off x="2343150" y="23050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F8FB"/>
                </a:solidFill>
              </a:defRPr>
            </a:pPr>
            <a:r>
              <a:rPr sz="1350" b="1">
                <a:solidFill>
                  <a:srgbClr val="F4F8FB"/>
                </a:solidFill>
              </a:rPr>
              <a:t>Human</a:t>
            </a:r>
          </a:p>
        </p:txBody>
      </p:sp>
      <p:sp>
        <p:nvSpPr>
          <p:cNvPr id="8" name="">
            <a:extLst xmlns:a="http://schemas.openxmlformats.org/drawingml/2006/main">
              <a:ext uri="{FF2B5EF4-FFF2-40B4-BE49-F238E27FC236}">
                <a16:creationId xmlns:a16="http://schemas.microsoft.com/office/drawing/2014/main" id="{76B55E14-A475-4990-AE13-12F4ABE4CDBA}"/>
              </a:ext>
            </a:extLst>
          </p:cNvPr>
          <p:cNvSpPr>
            <a:spLocks xmlns:a="http://schemas.openxmlformats.org/drawingml/2006/main" noGrp="1"/>
          </p:cNvSpPr>
          <p:nvPr/>
        </p:nvSpPr>
        <p:spPr>
          <a:xfrm xmlns:a="http://schemas.openxmlformats.org/drawingml/2006/main">
            <a:off x="3733800" y="2076450"/>
            <a:ext cx="1809750" cy="723900"/>
          </a:xfrm>
          <a:prstGeom xmlns:a="http://schemas.openxmlformats.org/drawingml/2006/main" prst="roundRect">
            <a:avLst>
              <a:gd name="adj" fmla="val 10526"/>
            </a:avLst>
          </a:prstGeom>
          <a:solidFill xmlns:a="http://schemas.openxmlformats.org/drawingml/2006/main">
            <a:srgbClr val="17314D"/>
          </a:solidFill>
          <a:ln xmlns:a="http://schemas.openxmlformats.org/drawingml/2006/main" w="11430">
            <a:solidFill>
              <a:srgbClr val="2A4663"/>
            </a:solidFill>
            <a:prstDash val="solid"/>
          </a:ln>
        </p:spPr>
      </p:sp>
      <p:sp>
        <p:nvSpPr>
          <p:cNvPr id="9" name="">
            <a:extLst xmlns:a="http://schemas.openxmlformats.org/drawingml/2006/main">
              <a:ext uri="{FF2B5EF4-FFF2-40B4-BE49-F238E27FC236}">
                <a16:creationId xmlns:a16="http://schemas.microsoft.com/office/drawing/2014/main" id="{0CDC7DF7-A99C-4135-9065-94587779987D}"/>
              </a:ext>
            </a:extLst>
          </p:cNvPr>
          <p:cNvSpPr>
            <a:spLocks xmlns:a="http://schemas.openxmlformats.org/drawingml/2006/main" noGrp="1"/>
          </p:cNvSpPr>
          <p:nvPr/>
        </p:nvSpPr>
        <p:spPr>
          <a:xfrm xmlns:a="http://schemas.openxmlformats.org/drawingml/2006/main">
            <a:off x="3829050" y="23050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F8FB"/>
                </a:solidFill>
              </a:defRPr>
            </a:pPr>
            <a:r>
              <a:rPr sz="1350" b="1">
                <a:solidFill>
                  <a:srgbClr val="F4F8FB"/>
                </a:solidFill>
              </a:rPr>
              <a:t>Implementer</a:t>
            </a:r>
          </a:p>
        </p:txBody>
      </p:sp>
      <p:sp>
        <p:nvSpPr>
          <p:cNvPr id="10" name="">
            <a:extLst xmlns:a="http://schemas.openxmlformats.org/drawingml/2006/main">
              <a:ext uri="{FF2B5EF4-FFF2-40B4-BE49-F238E27FC236}">
                <a16:creationId xmlns:a16="http://schemas.microsoft.com/office/drawing/2014/main" id="{0712F148-391D-4560-B578-DDC9973FB469}"/>
              </a:ext>
            </a:extLst>
          </p:cNvPr>
          <p:cNvSpPr>
            <a:spLocks xmlns:a="http://schemas.openxmlformats.org/drawingml/2006/main" noGrp="1"/>
          </p:cNvSpPr>
          <p:nvPr/>
        </p:nvSpPr>
        <p:spPr>
          <a:xfrm xmlns:a="http://schemas.openxmlformats.org/drawingml/2006/main">
            <a:off x="5695950" y="2076450"/>
            <a:ext cx="1524000" cy="723900"/>
          </a:xfrm>
          <a:prstGeom xmlns:a="http://schemas.openxmlformats.org/drawingml/2006/main" prst="roundRect">
            <a:avLst>
              <a:gd name="adj" fmla="val 10526"/>
            </a:avLst>
          </a:prstGeom>
          <a:solidFill xmlns:a="http://schemas.openxmlformats.org/drawingml/2006/main">
            <a:srgbClr val="17314D"/>
          </a:solidFill>
          <a:ln xmlns:a="http://schemas.openxmlformats.org/drawingml/2006/main" w="11430">
            <a:solidFill>
              <a:srgbClr val="2A4663"/>
            </a:solidFill>
            <a:prstDash val="solid"/>
          </a:ln>
        </p:spPr>
      </p:sp>
      <p:sp>
        <p:nvSpPr>
          <p:cNvPr id="11" name="">
            <a:extLst xmlns:a="http://schemas.openxmlformats.org/drawingml/2006/main">
              <a:ext uri="{FF2B5EF4-FFF2-40B4-BE49-F238E27FC236}">
                <a16:creationId xmlns:a16="http://schemas.microsoft.com/office/drawing/2014/main" id="{F2CD329C-ADAD-4C7D-968F-F8B24F13BC27}"/>
              </a:ext>
            </a:extLst>
          </p:cNvPr>
          <p:cNvSpPr>
            <a:spLocks xmlns:a="http://schemas.openxmlformats.org/drawingml/2006/main" noGrp="1"/>
          </p:cNvSpPr>
          <p:nvPr/>
        </p:nvSpPr>
        <p:spPr>
          <a:xfrm xmlns:a="http://schemas.openxmlformats.org/drawingml/2006/main">
            <a:off x="5791200" y="23050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F8FB"/>
                </a:solidFill>
              </a:defRPr>
            </a:pPr>
            <a:r>
              <a:rPr sz="1350" b="1">
                <a:solidFill>
                  <a:srgbClr val="F4F8FB"/>
                </a:solidFill>
              </a:rPr>
              <a:t>Reviewer</a:t>
            </a:r>
          </a:p>
        </p:txBody>
      </p:sp>
      <p:sp>
        <p:nvSpPr>
          <p:cNvPr id="12" name="">
            <a:extLst xmlns:a="http://schemas.openxmlformats.org/drawingml/2006/main">
              <a:ext uri="{FF2B5EF4-FFF2-40B4-BE49-F238E27FC236}">
                <a16:creationId xmlns:a16="http://schemas.microsoft.com/office/drawing/2014/main" id="{EAF24EC7-B5CF-4900-9ACB-26ACC9FADC38}"/>
              </a:ext>
            </a:extLst>
          </p:cNvPr>
          <p:cNvSpPr>
            <a:spLocks xmlns:a="http://schemas.openxmlformats.org/drawingml/2006/main" noGrp="1"/>
          </p:cNvSpPr>
          <p:nvPr/>
        </p:nvSpPr>
        <p:spPr>
          <a:xfrm xmlns:a="http://schemas.openxmlformats.org/drawingml/2006/main">
            <a:off x="7372350" y="2076450"/>
            <a:ext cx="1238250" cy="723900"/>
          </a:xfrm>
          <a:prstGeom xmlns:a="http://schemas.openxmlformats.org/drawingml/2006/main" prst="roundRect">
            <a:avLst>
              <a:gd name="adj" fmla="val 10526"/>
            </a:avLst>
          </a:prstGeom>
          <a:solidFill xmlns:a="http://schemas.openxmlformats.org/drawingml/2006/main">
            <a:srgbClr val="17314D"/>
          </a:solidFill>
          <a:ln xmlns:a="http://schemas.openxmlformats.org/drawingml/2006/main" w="11430">
            <a:solidFill>
              <a:srgbClr val="2A4663"/>
            </a:solidFill>
            <a:prstDash val="solid"/>
          </a:ln>
        </p:spPr>
      </p:sp>
      <p:sp>
        <p:nvSpPr>
          <p:cNvPr id="13" name="">
            <a:extLst xmlns:a="http://schemas.openxmlformats.org/drawingml/2006/main">
              <a:ext uri="{FF2B5EF4-FFF2-40B4-BE49-F238E27FC236}">
                <a16:creationId xmlns:a16="http://schemas.microsoft.com/office/drawing/2014/main" id="{7C301309-5294-41A2-A9D4-370720C53BE1}"/>
              </a:ext>
            </a:extLst>
          </p:cNvPr>
          <p:cNvSpPr>
            <a:spLocks xmlns:a="http://schemas.openxmlformats.org/drawingml/2006/main" noGrp="1"/>
          </p:cNvSpPr>
          <p:nvPr/>
        </p:nvSpPr>
        <p:spPr>
          <a:xfrm xmlns:a="http://schemas.openxmlformats.org/drawingml/2006/main">
            <a:off x="7467600" y="23050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F8FB"/>
                </a:solidFill>
              </a:defRPr>
            </a:pPr>
            <a:r>
              <a:rPr sz="1350" b="1">
                <a:solidFill>
                  <a:srgbClr val="F4F8FB"/>
                </a:solidFill>
              </a:rPr>
              <a:t>Tester</a:t>
            </a:r>
          </a:p>
        </p:txBody>
      </p:sp>
      <p:sp>
        <p:nvSpPr>
          <p:cNvPr id="14" name="">
            <a:extLst xmlns:a="http://schemas.openxmlformats.org/drawingml/2006/main">
              <a:ext uri="{FF2B5EF4-FFF2-40B4-BE49-F238E27FC236}">
                <a16:creationId xmlns:a16="http://schemas.microsoft.com/office/drawing/2014/main" id="{6B5F3A2D-9FEB-42EA-B40E-2A5623A7C370}"/>
              </a:ext>
            </a:extLst>
          </p:cNvPr>
          <p:cNvSpPr>
            <a:spLocks xmlns:a="http://schemas.openxmlformats.org/drawingml/2006/main" noGrp="1"/>
          </p:cNvSpPr>
          <p:nvPr/>
        </p:nvSpPr>
        <p:spPr>
          <a:xfrm xmlns:a="http://schemas.openxmlformats.org/drawingml/2006/main">
            <a:off x="8763000" y="2076450"/>
            <a:ext cx="1333500" cy="723900"/>
          </a:xfrm>
          <a:prstGeom xmlns:a="http://schemas.openxmlformats.org/drawingml/2006/main" prst="roundRect">
            <a:avLst>
              <a:gd name="adj" fmla="val 10526"/>
            </a:avLst>
          </a:prstGeom>
          <a:solidFill xmlns:a="http://schemas.openxmlformats.org/drawingml/2006/main">
            <a:srgbClr val="3D2F16"/>
          </a:solidFill>
          <a:ln xmlns:a="http://schemas.openxmlformats.org/drawingml/2006/main" w="11430">
            <a:solidFill>
              <a:srgbClr val="F6C85F"/>
            </a:solidFill>
            <a:prstDash val="solid"/>
          </a:ln>
        </p:spPr>
      </p:sp>
      <p:sp>
        <p:nvSpPr>
          <p:cNvPr id="15" name="">
            <a:extLst xmlns:a="http://schemas.openxmlformats.org/drawingml/2006/main">
              <a:ext uri="{FF2B5EF4-FFF2-40B4-BE49-F238E27FC236}">
                <a16:creationId xmlns:a16="http://schemas.microsoft.com/office/drawing/2014/main" id="{C01D1F74-EE85-4EA7-9C92-AAB88A65B2F2}"/>
              </a:ext>
            </a:extLst>
          </p:cNvPr>
          <p:cNvSpPr>
            <a:spLocks xmlns:a="http://schemas.openxmlformats.org/drawingml/2006/main" noGrp="1"/>
          </p:cNvSpPr>
          <p:nvPr/>
        </p:nvSpPr>
        <p:spPr>
          <a:xfrm xmlns:a="http://schemas.openxmlformats.org/drawingml/2006/main">
            <a:off x="8858250" y="23050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F8FB"/>
                </a:solidFill>
              </a:defRPr>
            </a:pPr>
            <a:r>
              <a:rPr sz="1350" b="1">
                <a:solidFill>
                  <a:srgbClr val="F4F8FB"/>
                </a:solidFill>
              </a:rPr>
              <a:t>Human</a:t>
            </a:r>
          </a:p>
        </p:txBody>
      </p:sp>
      <p:sp>
        <p:nvSpPr>
          <p:cNvPr id="16" name="">
            <a:extLst xmlns:a="http://schemas.openxmlformats.org/drawingml/2006/main">
              <a:ext uri="{FF2B5EF4-FFF2-40B4-BE49-F238E27FC236}">
                <a16:creationId xmlns:a16="http://schemas.microsoft.com/office/drawing/2014/main" id="{58A280BC-8E4C-4BA0-8191-549916E6B438}"/>
              </a:ext>
            </a:extLst>
          </p:cNvPr>
          <p:cNvSpPr>
            <a:spLocks xmlns:a="http://schemas.openxmlformats.org/drawingml/2006/main" noGrp="1"/>
          </p:cNvSpPr>
          <p:nvPr/>
        </p:nvSpPr>
        <p:spPr>
          <a:xfrm xmlns:a="http://schemas.openxmlformats.org/drawingml/2006/main">
            <a:off x="10248900" y="2076450"/>
            <a:ext cx="952500" cy="723900"/>
          </a:xfrm>
          <a:prstGeom xmlns:a="http://schemas.openxmlformats.org/drawingml/2006/main" prst="roundRect">
            <a:avLst>
              <a:gd name="adj" fmla="val 10526"/>
            </a:avLst>
          </a:prstGeom>
          <a:solidFill xmlns:a="http://schemas.openxmlformats.org/drawingml/2006/main">
            <a:srgbClr val="17314D"/>
          </a:solidFill>
          <a:ln xmlns:a="http://schemas.openxmlformats.org/drawingml/2006/main" w="11430">
            <a:solidFill>
              <a:srgbClr val="2A4663"/>
            </a:solidFill>
            <a:prstDash val="solid"/>
          </a:ln>
        </p:spPr>
      </p:sp>
      <p:sp>
        <p:nvSpPr>
          <p:cNvPr id="17" name="">
            <a:extLst xmlns:a="http://schemas.openxmlformats.org/drawingml/2006/main">
              <a:ext uri="{FF2B5EF4-FFF2-40B4-BE49-F238E27FC236}">
                <a16:creationId xmlns:a16="http://schemas.microsoft.com/office/drawing/2014/main" id="{414D83B4-6DB7-4403-ABBF-EFFDBCF867B9}"/>
              </a:ext>
            </a:extLst>
          </p:cNvPr>
          <p:cNvSpPr>
            <a:spLocks xmlns:a="http://schemas.openxmlformats.org/drawingml/2006/main" noGrp="1"/>
          </p:cNvSpPr>
          <p:nvPr/>
        </p:nvSpPr>
        <p:spPr>
          <a:xfrm xmlns:a="http://schemas.openxmlformats.org/drawingml/2006/main">
            <a:off x="10344150" y="23050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4F8FB"/>
                </a:solidFill>
              </a:defRPr>
            </a:pPr>
            <a:r>
              <a:rPr sz="1350" b="1">
                <a:solidFill>
                  <a:srgbClr val="F4F8FB"/>
                </a:solidFill>
              </a:rPr>
              <a:t>PM</a:t>
            </a:r>
          </a:p>
        </p:txBody>
      </p:sp>
      <p:cxnSp>
        <p:nvCxnSpPr>
          <p:cNvPr id="45" name=""/>
          <p:cNvCxnSpPr>
            <a:stCxn xmlns:a="http://schemas.openxmlformats.org/drawingml/2006/main" id="4" idx="3"/>
            <a:endCxn xmlns:a="http://schemas.openxmlformats.org/drawingml/2006/main" id="6" idx="1"/>
          </p:cNvCxnSpPr>
          <p:nvPr/>
        </p:nvCxnSpPr>
        <p:spPr>
          <a:xfrm xmlns:a="http://schemas.openxmlformats.org/drawingml/2006/main">
            <a:off x="2095500" y="2438400"/>
            <a:ext cx="152400" cy="0"/>
          </a:xfrm>
          <a:prstGeom xmlns:a="http://schemas.openxmlformats.org/drawingml/2006/main" prst="straightConnector1">
            <a:avLst/>
          </a:prstGeom>
          <a:ln xmlns:a="http://schemas.openxmlformats.org/drawingml/2006/main" w="20955">
            <a:solidFill>
              <a:srgbClr val="4CC9F0"/>
            </a:solidFill>
            <a:prstDash val="solid"/>
            <a:tailEnd type="arrow" w="med" len="med"/>
          </a:ln>
        </p:spPr>
      </p:cxnSp>
      <p:cxnSp>
        <p:nvCxnSpPr>
          <p:cNvPr id="46" name=""/>
          <p:cNvCxnSpPr>
            <a:stCxn xmlns:a="http://schemas.openxmlformats.org/drawingml/2006/main" id="6" idx="3"/>
            <a:endCxn xmlns:a="http://schemas.openxmlformats.org/drawingml/2006/main" id="8" idx="1"/>
          </p:cNvCxnSpPr>
          <p:nvPr/>
        </p:nvCxnSpPr>
        <p:spPr>
          <a:xfrm xmlns:a="http://schemas.openxmlformats.org/drawingml/2006/main">
            <a:off x="3581400" y="2438400"/>
            <a:ext cx="152400" cy="0"/>
          </a:xfrm>
          <a:prstGeom xmlns:a="http://schemas.openxmlformats.org/drawingml/2006/main" prst="straightConnector1">
            <a:avLst/>
          </a:prstGeom>
          <a:ln xmlns:a="http://schemas.openxmlformats.org/drawingml/2006/main" w="20955">
            <a:solidFill>
              <a:srgbClr val="4CC9F0"/>
            </a:solidFill>
            <a:prstDash val="solid"/>
            <a:tailEnd type="arrow" w="med" len="med"/>
          </a:ln>
        </p:spPr>
      </p:cxnSp>
      <p:cxnSp>
        <p:nvCxnSpPr>
          <p:cNvPr id="47" name=""/>
          <p:cNvCxnSpPr>
            <a:stCxn xmlns:a="http://schemas.openxmlformats.org/drawingml/2006/main" id="8" idx="3"/>
            <a:endCxn xmlns:a="http://schemas.openxmlformats.org/drawingml/2006/main" id="10" idx="1"/>
          </p:cNvCxnSpPr>
          <p:nvPr/>
        </p:nvCxnSpPr>
        <p:spPr>
          <a:xfrm xmlns:a="http://schemas.openxmlformats.org/drawingml/2006/main">
            <a:off x="5543550" y="2438400"/>
            <a:ext cx="152400" cy="0"/>
          </a:xfrm>
          <a:prstGeom xmlns:a="http://schemas.openxmlformats.org/drawingml/2006/main" prst="straightConnector1">
            <a:avLst/>
          </a:prstGeom>
          <a:ln xmlns:a="http://schemas.openxmlformats.org/drawingml/2006/main" w="20955">
            <a:solidFill>
              <a:srgbClr val="4CC9F0"/>
            </a:solidFill>
            <a:prstDash val="solid"/>
            <a:tailEnd type="arrow" w="med" len="med"/>
          </a:ln>
        </p:spPr>
      </p:cxnSp>
      <p:cxnSp>
        <p:nvCxnSpPr>
          <p:cNvPr id="48" name=""/>
          <p:cNvCxnSpPr>
            <a:stCxn xmlns:a="http://schemas.openxmlformats.org/drawingml/2006/main" id="10" idx="3"/>
            <a:endCxn xmlns:a="http://schemas.openxmlformats.org/drawingml/2006/main" id="12" idx="1"/>
          </p:cNvCxnSpPr>
          <p:nvPr/>
        </p:nvCxnSpPr>
        <p:spPr>
          <a:xfrm xmlns:a="http://schemas.openxmlformats.org/drawingml/2006/main">
            <a:off x="7219950" y="2438400"/>
            <a:ext cx="152400" cy="0"/>
          </a:xfrm>
          <a:prstGeom xmlns:a="http://schemas.openxmlformats.org/drawingml/2006/main" prst="straightConnector1">
            <a:avLst/>
          </a:prstGeom>
          <a:ln xmlns:a="http://schemas.openxmlformats.org/drawingml/2006/main" w="20955">
            <a:solidFill>
              <a:srgbClr val="4CC9F0"/>
            </a:solidFill>
            <a:prstDash val="solid"/>
            <a:tailEnd type="arrow" w="med" len="med"/>
          </a:ln>
        </p:spPr>
      </p:cxnSp>
      <p:cxnSp>
        <p:nvCxnSpPr>
          <p:cNvPr id="49" name=""/>
          <p:cNvCxnSpPr>
            <a:stCxn xmlns:a="http://schemas.openxmlformats.org/drawingml/2006/main" id="12" idx="3"/>
            <a:endCxn xmlns:a="http://schemas.openxmlformats.org/drawingml/2006/main" id="14" idx="1"/>
          </p:cNvCxnSpPr>
          <p:nvPr/>
        </p:nvCxnSpPr>
        <p:spPr>
          <a:xfrm xmlns:a="http://schemas.openxmlformats.org/drawingml/2006/main">
            <a:off x="8610600" y="2438400"/>
            <a:ext cx="152400" cy="0"/>
          </a:xfrm>
          <a:prstGeom xmlns:a="http://schemas.openxmlformats.org/drawingml/2006/main" prst="straightConnector1">
            <a:avLst/>
          </a:prstGeom>
          <a:ln xmlns:a="http://schemas.openxmlformats.org/drawingml/2006/main" w="20955">
            <a:solidFill>
              <a:srgbClr val="4CC9F0"/>
            </a:solidFill>
            <a:prstDash val="solid"/>
            <a:tailEnd type="arrow" w="med" len="med"/>
          </a:ln>
        </p:spPr>
      </p:cxnSp>
      <p:cxnSp>
        <p:nvCxnSpPr>
          <p:cNvPr id="50" name=""/>
          <p:cNvCxnSpPr>
            <a:stCxn xmlns:a="http://schemas.openxmlformats.org/drawingml/2006/main" id="14" idx="3"/>
            <a:endCxn xmlns:a="http://schemas.openxmlformats.org/drawingml/2006/main" id="16" idx="1"/>
          </p:cNvCxnSpPr>
          <p:nvPr/>
        </p:nvCxnSpPr>
        <p:spPr>
          <a:xfrm xmlns:a="http://schemas.openxmlformats.org/drawingml/2006/main">
            <a:off x="10096500" y="2438400"/>
            <a:ext cx="152400" cy="0"/>
          </a:xfrm>
          <a:prstGeom xmlns:a="http://schemas.openxmlformats.org/drawingml/2006/main" prst="straightConnector1">
            <a:avLst/>
          </a:prstGeom>
          <a:ln xmlns:a="http://schemas.openxmlformats.org/drawingml/2006/main" w="20955">
            <a:solidFill>
              <a:srgbClr val="4CC9F0"/>
            </a:solidFill>
            <a:prstDash val="solid"/>
            <a:tailEnd type="arrow" w="med" len="med"/>
          </a:ln>
        </p:spPr>
      </p:cxnSp>
      <p:sp>
        <p:nvSpPr>
          <p:cNvPr id="24" name="">
            <a:extLst xmlns:a="http://schemas.openxmlformats.org/drawingml/2006/main">
              <a:ext uri="{FF2B5EF4-FFF2-40B4-BE49-F238E27FC236}">
                <a16:creationId xmlns:a16="http://schemas.microsoft.com/office/drawing/2014/main" id="{F4E69B37-AF96-4B99-A20E-90412B339B3C}"/>
              </a:ext>
            </a:extLst>
          </p:cNvPr>
          <p:cNvSpPr>
            <a:spLocks xmlns:a="http://schemas.openxmlformats.org/drawingml/2006/main" noGrp="1"/>
          </p:cNvSpPr>
          <p:nvPr/>
        </p:nvSpPr>
        <p:spPr>
          <a:xfrm xmlns:a="http://schemas.openxmlformats.org/drawingml/2006/main">
            <a:off x="1619250" y="40957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7BD88F"/>
                </a:solidFill>
              </a:defRPr>
            </a:pPr>
            <a:r>
              <a:rPr sz="2100" b="1">
                <a:solidFill>
                  <a:srgbClr val="7BD88F"/>
                </a:solidFill>
              </a:rPr>
              <a:t>LOW</a:t>
            </a:r>
          </a:p>
        </p:txBody>
      </p:sp>
      <p:sp>
        <p:nvSpPr>
          <p:cNvPr id="25" name="">
            <a:extLst xmlns:a="http://schemas.openxmlformats.org/drawingml/2006/main">
              <a:ext uri="{FF2B5EF4-FFF2-40B4-BE49-F238E27FC236}">
                <a16:creationId xmlns:a16="http://schemas.microsoft.com/office/drawing/2014/main" id="{45CC9F9B-A208-4C93-A674-C0D9F132A9F7}"/>
              </a:ext>
            </a:extLst>
          </p:cNvPr>
          <p:cNvSpPr>
            <a:spLocks xmlns:a="http://schemas.openxmlformats.org/drawingml/2006/main" noGrp="1"/>
          </p:cNvSpPr>
          <p:nvPr/>
        </p:nvSpPr>
        <p:spPr>
          <a:xfrm xmlns:a="http://schemas.openxmlformats.org/drawingml/2006/main">
            <a:off x="1619250" y="4514850"/>
            <a:ext cx="3714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F4F8FB"/>
                </a:solidFill>
              </a:defRPr>
            </a:pPr>
            <a:r>
              <a:rPr sz="1800" b="0">
                <a:solidFill>
                  <a:srgbClr val="F4F8FB"/>
                </a:solidFill>
              </a:rPr>
              <a:t>Full route wasted time and cost</a:t>
            </a:r>
          </a:p>
          <a:p xmlns:a="http://schemas.openxmlformats.org/drawingml/2006/main">
            <a:pPr>
              <a:defRPr sz="1800" b="0">
                <a:solidFill>
                  <a:srgbClr val="F4F8FB"/>
                </a:solidFill>
              </a:defRPr>
            </a:pPr>
            <a:r>
              <a:rPr sz="1800" b="0">
                <a:solidFill>
                  <a:srgbClr val="F4F8FB"/>
                </a:solidFill>
              </a:rPr>
              <a:t>on a documentation-only change.</a:t>
            </a:r>
          </a:p>
        </p:txBody>
      </p:sp>
      <p:sp>
        <p:nvSpPr>
          <p:cNvPr id="26" name="">
            <a:extLst xmlns:a="http://schemas.openxmlformats.org/drawingml/2006/main">
              <a:ext uri="{FF2B5EF4-FFF2-40B4-BE49-F238E27FC236}">
                <a16:creationId xmlns:a16="http://schemas.microsoft.com/office/drawing/2014/main" id="{BBAC3DF7-3A51-4358-944A-14D236528AF2}"/>
              </a:ext>
            </a:extLst>
          </p:cNvPr>
          <p:cNvSpPr>
            <a:spLocks xmlns:a="http://schemas.openxmlformats.org/drawingml/2006/main" noGrp="1"/>
          </p:cNvSpPr>
          <p:nvPr/>
        </p:nvSpPr>
        <p:spPr>
          <a:xfrm xmlns:a="http://schemas.openxmlformats.org/drawingml/2006/main">
            <a:off x="6762750" y="40957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6C85F"/>
                </a:solidFill>
              </a:defRPr>
            </a:pPr>
            <a:r>
              <a:rPr sz="2100" b="1">
                <a:solidFill>
                  <a:srgbClr val="F6C85F"/>
                </a:solidFill>
              </a:rPr>
              <a:t>HIGH</a:t>
            </a:r>
          </a:p>
        </p:txBody>
      </p:sp>
      <p:sp>
        <p:nvSpPr>
          <p:cNvPr id="27" name="">
            <a:extLst xmlns:a="http://schemas.openxmlformats.org/drawingml/2006/main">
              <a:ext uri="{FF2B5EF4-FFF2-40B4-BE49-F238E27FC236}">
                <a16:creationId xmlns:a16="http://schemas.microsoft.com/office/drawing/2014/main" id="{7442D42F-5CB9-4AC9-8B2E-FCDC249AABCB}"/>
              </a:ext>
            </a:extLst>
          </p:cNvPr>
          <p:cNvSpPr>
            <a:spLocks xmlns:a="http://schemas.openxmlformats.org/drawingml/2006/main" noGrp="1"/>
          </p:cNvSpPr>
          <p:nvPr/>
        </p:nvSpPr>
        <p:spPr>
          <a:xfrm xmlns:a="http://schemas.openxmlformats.org/drawingml/2006/main">
            <a:off x="6762750" y="4514850"/>
            <a:ext cx="4095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F4F8FB"/>
                </a:solidFill>
              </a:defRPr>
            </a:pPr>
            <a:r>
              <a:rPr sz="1800" b="0">
                <a:solidFill>
                  <a:srgbClr val="F4F8FB"/>
                </a:solidFill>
              </a:rPr>
              <a:t>Removing governance would have</a:t>
            </a:r>
          </a:p>
          <a:p xmlns:a="http://schemas.openxmlformats.org/drawingml/2006/main">
            <a:pPr>
              <a:defRPr sz="1800" b="0">
                <a:solidFill>
                  <a:srgbClr val="F4F8FB"/>
                </a:solidFill>
              </a:defRPr>
            </a:pPr>
            <a:r>
              <a:rPr sz="1800" b="0">
                <a:solidFill>
                  <a:srgbClr val="F4F8FB"/>
                </a:solidFill>
              </a:rPr>
              <a:t>been unsafe for policy-sensitive work.</a:t>
            </a:r>
          </a:p>
        </p:txBody>
      </p:sp>
    </p:spTree>
    <p:extLst>
      <p:ext uri="{BB962C8B-B14F-4D97-AF65-F5344CB8AC3E}">
        <p14:creationId xmlns:p14="http://schemas.microsoft.com/office/powerpoint/2010/main" val="2001156157"/>
      </p:ext>
    </p:extLst>
  </p:cSld>
</p:sld>
</file>

<file path=ppt/slides/slide3.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92DE55-C58E-4921-AC08-04CD0A2832BE}"/>
              </a:ext>
            </a:extLst>
          </p:cNvPr>
          <p:cNvSpPr>
            <a:spLocks xmlns:a="http://schemas.openxmlformats.org/drawingml/2006/main" noGrp="1"/>
          </p:cNvSpPr>
          <p:nvPr/>
        </p:nvSpPr>
        <p:spPr>
          <a:xfrm xmlns:a="http://schemas.openxmlformats.org/drawingml/2006/main">
            <a:off x="666750" y="323850"/>
            <a:ext cx="971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4F8FB"/>
                </a:solidFill>
              </a:defRPr>
            </a:pPr>
            <a:r>
              <a:rPr sz="2850" b="1">
                <a:solidFill>
                  <a:srgbClr val="F4F8FB"/>
                </a:solidFill>
              </a:rPr>
              <a:t>AURA Forge routes each change by risk</a:t>
            </a:r>
          </a:p>
        </p:txBody>
      </p:sp>
      <p:sp>
        <p:nvSpPr>
          <p:cNvPr id="2" name="">
            <a:extLst xmlns:a="http://schemas.openxmlformats.org/drawingml/2006/main">
              <a:ext uri="{FF2B5EF4-FFF2-40B4-BE49-F238E27FC236}">
                <a16:creationId xmlns:a16="http://schemas.microsoft.com/office/drawing/2014/main" id="{15A2123E-1232-4034-B406-E4B49D80B66D}"/>
              </a:ext>
            </a:extLst>
          </p:cNvPr>
          <p:cNvSpPr>
            <a:spLocks xmlns:a="http://schemas.openxmlformats.org/drawingml/2006/main" noGrp="1"/>
          </p:cNvSpPr>
          <p:nvPr/>
        </p:nvSpPr>
        <p:spPr>
          <a:xfrm xmlns:a="http://schemas.openxmlformats.org/drawingml/2006/main">
            <a:off x="666750" y="876300"/>
            <a:ext cx="981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A9BACB"/>
                </a:solidFill>
              </a:defRPr>
            </a:pPr>
            <a:r>
              <a:rPr sz="1350" b="0">
                <a:solidFill>
                  <a:srgbClr val="A9BACB"/>
                </a:solidFill>
              </a:rPr>
              <a:t>A deterministic classifier selects risk before any route is chosen.</a:t>
            </a:r>
          </a:p>
        </p:txBody>
      </p:sp>
      <p:sp>
        <p:nvSpPr>
          <p:cNvPr id="3" name="">
            <a:extLst xmlns:a="http://schemas.openxmlformats.org/drawingml/2006/main">
              <a:ext uri="{FF2B5EF4-FFF2-40B4-BE49-F238E27FC236}">
                <a16:creationId xmlns:a16="http://schemas.microsoft.com/office/drawing/2014/main" id="{18DD7EB2-7438-4A1D-84B0-4A5F57818B71}"/>
              </a:ext>
            </a:extLst>
          </p:cNvPr>
          <p:cNvSpPr>
            <a:spLocks xmlns:a="http://schemas.openxmlformats.org/drawingml/2006/main" noGrp="1"/>
          </p:cNvSpPr>
          <p:nvPr/>
        </p:nvSpPr>
        <p:spPr>
          <a:xfrm xmlns:a="http://schemas.openxmlformats.org/drawingml/2006/main">
            <a:off x="11049000" y="61912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6F8499"/>
                </a:solidFill>
              </a:defRPr>
            </a:pPr>
            <a:r>
              <a:rPr sz="1200" b="1">
                <a:solidFill>
                  <a:srgbClr val="6F8499"/>
                </a:solidFill>
              </a:rPr>
              <a:t>03</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f1108f2d9c146be"/>
          <a:stretch xmlns:a="http://schemas.openxmlformats.org/drawingml/2006/main"/>
        </p:blipFill>
        <p:spPr>
          <a:xfrm xmlns:a="http://schemas.openxmlformats.org/drawingml/2006/main">
            <a:off x="819150" y="1512094"/>
            <a:ext cx="7239000" cy="407193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2E6FC61-7E51-432E-8475-DD813AE226C8}"/>
              </a:ext>
            </a:extLst>
          </p:cNvPr>
          <p:cNvSpPr>
            <a:spLocks xmlns:a="http://schemas.openxmlformats.org/drawingml/2006/main" noGrp="1"/>
          </p:cNvSpPr>
          <p:nvPr/>
        </p:nvSpPr>
        <p:spPr>
          <a:xfrm xmlns:a="http://schemas.openxmlformats.org/drawingml/2006/main">
            <a:off x="8667750" y="17145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4CC9F0"/>
                </a:solidFill>
              </a:defRPr>
            </a:pPr>
            <a:r>
              <a:rPr sz="2100" b="1">
                <a:solidFill>
                  <a:srgbClr val="4CC9F0"/>
                </a:solidFill>
              </a:rPr>
              <a:t>Core idea</a:t>
            </a:r>
          </a:p>
        </p:txBody>
      </p:sp>
      <p:sp>
        <p:nvSpPr>
          <p:cNvPr id="6" name="">
            <a:extLst xmlns:a="http://schemas.openxmlformats.org/drawingml/2006/main">
              <a:ext uri="{FF2B5EF4-FFF2-40B4-BE49-F238E27FC236}">
                <a16:creationId xmlns:a16="http://schemas.microsoft.com/office/drawing/2014/main" id="{75919E59-31B8-4199-92A5-8D9CB088D1F4}"/>
              </a:ext>
            </a:extLst>
          </p:cNvPr>
          <p:cNvSpPr>
            <a:spLocks xmlns:a="http://schemas.openxmlformats.org/drawingml/2006/main" noGrp="1"/>
          </p:cNvSpPr>
          <p:nvPr/>
        </p:nvSpPr>
        <p:spPr>
          <a:xfrm xmlns:a="http://schemas.openxmlformats.org/drawingml/2006/main">
            <a:off x="8667750" y="2171700"/>
            <a:ext cx="2571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F4F8FB"/>
                </a:solidFill>
              </a:defRPr>
            </a:pPr>
            <a:r>
              <a:rPr sz="1725" b="0">
                <a:solidFill>
                  <a:srgbClr val="F4F8FB"/>
                </a:solidFill>
              </a:rPr>
              <a:t>The classifier does not implement code, grant tools, or call a model. It only determines LOW, MEDIUM, or HIGH. The router then assigns roles, tools, gates, and human checkpoints.</a:t>
            </a:r>
          </a:p>
        </p:txBody>
      </p:sp>
    </p:spTree>
    <p:extLst>
      <p:ext uri="{BB962C8B-B14F-4D97-AF65-F5344CB8AC3E}">
        <p14:creationId xmlns:p14="http://schemas.microsoft.com/office/powerpoint/2010/main" val="1873745157"/>
      </p:ext>
    </p:extLst>
  </p:cSld>
</p:sld>
</file>

<file path=ppt/slides/slide4.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476057A-CF8F-4B58-A883-6F4CCDB90CDD}"/>
              </a:ext>
            </a:extLst>
          </p:cNvPr>
          <p:cNvSpPr>
            <a:spLocks xmlns:a="http://schemas.openxmlformats.org/drawingml/2006/main" noGrp="1"/>
          </p:cNvSpPr>
          <p:nvPr/>
        </p:nvSpPr>
        <p:spPr>
          <a:xfrm xmlns:a="http://schemas.openxmlformats.org/drawingml/2006/main">
            <a:off x="666750" y="323850"/>
            <a:ext cx="971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4F8FB"/>
                </a:solidFill>
              </a:defRPr>
            </a:pPr>
            <a:r>
              <a:rPr sz="2850" b="1">
                <a:solidFill>
                  <a:srgbClr val="F4F8FB"/>
                </a:solidFill>
              </a:rPr>
              <a:t>LOW gets speed; HIGH keeps governance</a:t>
            </a:r>
          </a:p>
        </p:txBody>
      </p:sp>
      <p:sp>
        <p:nvSpPr>
          <p:cNvPr id="2" name="">
            <a:extLst xmlns:a="http://schemas.openxmlformats.org/drawingml/2006/main">
              <a:ext uri="{FF2B5EF4-FFF2-40B4-BE49-F238E27FC236}">
                <a16:creationId xmlns:a16="http://schemas.microsoft.com/office/drawing/2014/main" id="{728FE4FF-A8DC-47DE-9D2C-252EDE4BB8BF}"/>
              </a:ext>
            </a:extLst>
          </p:cNvPr>
          <p:cNvSpPr>
            <a:spLocks xmlns:a="http://schemas.openxmlformats.org/drawingml/2006/main" noGrp="1"/>
          </p:cNvSpPr>
          <p:nvPr/>
        </p:nvSpPr>
        <p:spPr>
          <a:xfrm xmlns:a="http://schemas.openxmlformats.org/drawingml/2006/main">
            <a:off x="666750" y="876300"/>
            <a:ext cx="981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A9BACB"/>
                </a:solidFill>
              </a:defRPr>
            </a:pPr>
            <a:r>
              <a:rPr sz="1350" b="0">
                <a:solidFill>
                  <a:srgbClr val="A9BACB"/>
                </a:solidFill>
              </a:rPr>
              <a:t>The route is lighter only when the risk is lower.</a:t>
            </a:r>
          </a:p>
        </p:txBody>
      </p:sp>
      <p:sp>
        <p:nvSpPr>
          <p:cNvPr id="3" name="">
            <a:extLst xmlns:a="http://schemas.openxmlformats.org/drawingml/2006/main">
              <a:ext uri="{FF2B5EF4-FFF2-40B4-BE49-F238E27FC236}">
                <a16:creationId xmlns:a16="http://schemas.microsoft.com/office/drawing/2014/main" id="{84436EF5-1FBE-418D-8AF3-FEB25BB0D5A8}"/>
              </a:ext>
            </a:extLst>
          </p:cNvPr>
          <p:cNvSpPr>
            <a:spLocks xmlns:a="http://schemas.openxmlformats.org/drawingml/2006/main" noGrp="1"/>
          </p:cNvSpPr>
          <p:nvPr/>
        </p:nvSpPr>
        <p:spPr>
          <a:xfrm xmlns:a="http://schemas.openxmlformats.org/drawingml/2006/main">
            <a:off x="11049000" y="61912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6F8499"/>
                </a:solidFill>
              </a:defRPr>
            </a:pPr>
            <a:r>
              <a:rPr sz="1200" b="1">
                <a:solidFill>
                  <a:srgbClr val="6F8499"/>
                </a:solidFill>
              </a:rPr>
              <a:t>04</a:t>
            </a:r>
          </a:p>
        </p:txBody>
      </p:sp>
      <p:sp>
        <p:nvSpPr>
          <p:cNvPr id="4" name="">
            <a:extLst xmlns:a="http://schemas.openxmlformats.org/drawingml/2006/main">
              <a:ext uri="{FF2B5EF4-FFF2-40B4-BE49-F238E27FC236}">
                <a16:creationId xmlns:a16="http://schemas.microsoft.com/office/drawing/2014/main" id="{6E29D979-03CD-4021-BC88-E92FE6B4D687}"/>
              </a:ext>
            </a:extLst>
          </p:cNvPr>
          <p:cNvSpPr>
            <a:spLocks xmlns:a="http://schemas.openxmlformats.org/drawingml/2006/main" noGrp="1"/>
          </p:cNvSpPr>
          <p:nvPr/>
        </p:nvSpPr>
        <p:spPr>
          <a:xfrm xmlns:a="http://schemas.openxmlformats.org/drawingml/2006/main">
            <a:off x="1047750" y="1381125"/>
            <a:ext cx="9620250" cy="4286250"/>
          </a:xfrm>
          <a:prstGeom xmlns:a="http://schemas.openxmlformats.org/drawingml/2006/main" prst="roundRect">
            <a:avLst>
              <a:gd name="adj" fmla="val 1778"/>
            </a:avLst>
          </a:prstGeom>
          <a:solidFill xmlns:a="http://schemas.openxmlformats.org/drawingml/2006/main">
            <a:srgbClr val="13263D"/>
          </a:solidFill>
          <a:ln xmlns:a="http://schemas.openxmlformats.org/drawingml/2006/main" w="11430">
            <a:solidFill>
              <a:srgbClr val="2A4663"/>
            </a:solidFill>
            <a:prstDash val="solid"/>
          </a:ln>
        </p:spPr>
      </p:sp>
      <p:sp>
        <p:nvSpPr>
          <p:cNvPr id="5" name="">
            <a:extLst xmlns:a="http://schemas.openxmlformats.org/drawingml/2006/main">
              <a:ext uri="{FF2B5EF4-FFF2-40B4-BE49-F238E27FC236}">
                <a16:creationId xmlns:a16="http://schemas.microsoft.com/office/drawing/2014/main" id="{86BACB27-4D25-498F-849E-A4177615E701}"/>
              </a:ext>
            </a:extLst>
          </p:cNvPr>
          <p:cNvSpPr>
            <a:spLocks xmlns:a="http://schemas.openxmlformats.org/drawingml/2006/main" noGrp="1"/>
          </p:cNvSpPr>
          <p:nvPr/>
        </p:nvSpPr>
        <p:spPr>
          <a:xfrm xmlns:a="http://schemas.openxmlformats.org/drawingml/2006/main">
            <a:off x="1476375" y="16954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a:solidFill>
                  <a:srgbClr val="F4F8FB"/>
                </a:solidFill>
              </a:defRPr>
            </a:pPr>
            <a:r>
              <a:rPr sz="2250" b="1">
                <a:solidFill>
                  <a:srgbClr val="F4F8FB"/>
                </a:solidFill>
              </a:rPr>
              <a:t>Adaptive route matrix</a:t>
            </a:r>
          </a:p>
        </p:txBody>
      </p:sp>
      <p:sp>
        <p:nvSpPr>
          <p:cNvPr id="6" name="">
            <a:extLst xmlns:a="http://schemas.openxmlformats.org/drawingml/2006/main">
              <a:ext uri="{FF2B5EF4-FFF2-40B4-BE49-F238E27FC236}">
                <a16:creationId xmlns:a16="http://schemas.microsoft.com/office/drawing/2014/main" id="{F7171ECE-85C4-4670-9ED3-695654573CF2}"/>
              </a:ext>
            </a:extLst>
          </p:cNvPr>
          <p:cNvSpPr>
            <a:spLocks xmlns:a="http://schemas.openxmlformats.org/drawingml/2006/main" noGrp="1"/>
          </p:cNvSpPr>
          <p:nvPr/>
        </p:nvSpPr>
        <p:spPr>
          <a:xfrm xmlns:a="http://schemas.openxmlformats.org/drawingml/2006/main">
            <a:off x="1476375" y="23812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A9BACB"/>
                </a:solidFill>
              </a:defRPr>
            </a:pPr>
            <a:r>
              <a:rPr sz="1575" b="1">
                <a:solidFill>
                  <a:srgbClr val="A9BACB"/>
                </a:solidFill>
              </a:rPr>
              <a:t>LOW</a:t>
            </a:r>
          </a:p>
        </p:txBody>
      </p:sp>
      <p:sp>
        <p:nvSpPr>
          <p:cNvPr id="7" name="">
            <a:extLst xmlns:a="http://schemas.openxmlformats.org/drawingml/2006/main">
              <a:ext uri="{FF2B5EF4-FFF2-40B4-BE49-F238E27FC236}">
                <a16:creationId xmlns:a16="http://schemas.microsoft.com/office/drawing/2014/main" id="{5A4D92AE-554F-47BE-BFE6-875B8BAB3FA7}"/>
              </a:ext>
            </a:extLst>
          </p:cNvPr>
          <p:cNvSpPr>
            <a:spLocks xmlns:a="http://schemas.openxmlformats.org/drawingml/2006/main" noGrp="1"/>
          </p:cNvSpPr>
          <p:nvPr/>
        </p:nvSpPr>
        <p:spPr>
          <a:xfrm xmlns:a="http://schemas.openxmlformats.org/drawingml/2006/main">
            <a:off x="4191000" y="2381250"/>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7BD88F"/>
                </a:solidFill>
              </a:defRPr>
            </a:pPr>
            <a:r>
              <a:rPr sz="1725" b="1">
                <a:solidFill>
                  <a:srgbClr val="7BD88F"/>
                </a:solidFill>
              </a:rPr>
              <a:t>Implementer -&gt; Reviewer -&gt; deterministic gates</a:t>
            </a:r>
          </a:p>
        </p:txBody>
      </p:sp>
      <p:sp>
        <p:nvSpPr>
          <p:cNvPr id="8" name="">
            <a:extLst xmlns:a="http://schemas.openxmlformats.org/drawingml/2006/main">
              <a:ext uri="{FF2B5EF4-FFF2-40B4-BE49-F238E27FC236}">
                <a16:creationId xmlns:a16="http://schemas.microsoft.com/office/drawing/2014/main" id="{A2D974D4-4C0F-4EF2-B7CB-4407186B2731}"/>
              </a:ext>
            </a:extLst>
          </p:cNvPr>
          <p:cNvSpPr>
            <a:spLocks xmlns:a="http://schemas.openxmlformats.org/drawingml/2006/main" noGrp="1"/>
          </p:cNvSpPr>
          <p:nvPr/>
        </p:nvSpPr>
        <p:spPr>
          <a:xfrm xmlns:a="http://schemas.openxmlformats.org/drawingml/2006/main">
            <a:off x="1476375" y="3190875"/>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A9BACB"/>
                </a:solidFill>
              </a:defRPr>
            </a:pPr>
            <a:r>
              <a:rPr sz="1575" b="1">
                <a:solidFill>
                  <a:srgbClr val="A9BACB"/>
                </a:solidFill>
              </a:rPr>
              <a:t>MEDIUM</a:t>
            </a:r>
          </a:p>
        </p:txBody>
      </p:sp>
      <p:sp>
        <p:nvSpPr>
          <p:cNvPr id="9" name="">
            <a:extLst xmlns:a="http://schemas.openxmlformats.org/drawingml/2006/main">
              <a:ext uri="{FF2B5EF4-FFF2-40B4-BE49-F238E27FC236}">
                <a16:creationId xmlns:a16="http://schemas.microsoft.com/office/drawing/2014/main" id="{1665C50F-4023-4F27-9430-87A2FDAE658D}"/>
              </a:ext>
            </a:extLst>
          </p:cNvPr>
          <p:cNvSpPr>
            <a:spLocks xmlns:a="http://schemas.openxmlformats.org/drawingml/2006/main" noGrp="1"/>
          </p:cNvSpPr>
          <p:nvPr/>
        </p:nvSpPr>
        <p:spPr>
          <a:xfrm xmlns:a="http://schemas.openxmlformats.org/drawingml/2006/main">
            <a:off x="4191000" y="3190875"/>
            <a:ext cx="600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4CC9F0"/>
                </a:solidFill>
              </a:defRPr>
            </a:pPr>
            <a:r>
              <a:rPr sz="1725" b="1">
                <a:solidFill>
                  <a:srgbClr val="4CC9F0"/>
                </a:solidFill>
              </a:rPr>
              <a:t>Implementer -&gt; Reviewer -&gt; Tester -&gt; final approval</a:t>
            </a:r>
          </a:p>
        </p:txBody>
      </p:sp>
      <p:sp>
        <p:nvSpPr>
          <p:cNvPr id="10" name="">
            <a:extLst xmlns:a="http://schemas.openxmlformats.org/drawingml/2006/main">
              <a:ext uri="{FF2B5EF4-FFF2-40B4-BE49-F238E27FC236}">
                <a16:creationId xmlns:a16="http://schemas.microsoft.com/office/drawing/2014/main" id="{55A71A63-FDA5-4001-BA91-918D2445101C}"/>
              </a:ext>
            </a:extLst>
          </p:cNvPr>
          <p:cNvSpPr>
            <a:spLocks xmlns:a="http://schemas.openxmlformats.org/drawingml/2006/main" noGrp="1"/>
          </p:cNvSpPr>
          <p:nvPr/>
        </p:nvSpPr>
        <p:spPr>
          <a:xfrm xmlns:a="http://schemas.openxmlformats.org/drawingml/2006/main">
            <a:off x="1476375" y="3857625"/>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A9BACB"/>
                </a:solidFill>
              </a:defRPr>
            </a:pPr>
            <a:r>
              <a:rPr sz="1575" b="1">
                <a:solidFill>
                  <a:srgbClr val="A9BACB"/>
                </a:solidFill>
              </a:rPr>
              <a:t>HIGH</a:t>
            </a:r>
          </a:p>
        </p:txBody>
      </p:sp>
      <p:sp>
        <p:nvSpPr>
          <p:cNvPr id="11" name="">
            <a:extLst xmlns:a="http://schemas.openxmlformats.org/drawingml/2006/main">
              <a:ext uri="{FF2B5EF4-FFF2-40B4-BE49-F238E27FC236}">
                <a16:creationId xmlns:a16="http://schemas.microsoft.com/office/drawing/2014/main" id="{EFA497F0-99FC-4AAB-A269-88552DEA7E99}"/>
              </a:ext>
            </a:extLst>
          </p:cNvPr>
          <p:cNvSpPr>
            <a:spLocks xmlns:a="http://schemas.openxmlformats.org/drawingml/2006/main" noGrp="1"/>
          </p:cNvSpPr>
          <p:nvPr/>
        </p:nvSpPr>
        <p:spPr>
          <a:xfrm xmlns:a="http://schemas.openxmlformats.org/drawingml/2006/main">
            <a:off x="4191000" y="3857625"/>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6C85F"/>
                </a:solidFill>
              </a:defRPr>
            </a:pPr>
            <a:r>
              <a:rPr sz="1500" b="1">
                <a:solidFill>
                  <a:srgbClr val="F6C85F"/>
                </a:solidFill>
              </a:rPr>
              <a:t>Planner -&gt; plan approval -&gt; Implementer</a:t>
            </a:r>
          </a:p>
        </p:txBody>
      </p:sp>
      <p:sp>
        <p:nvSpPr>
          <p:cNvPr id="12" name="">
            <a:extLst xmlns:a="http://schemas.openxmlformats.org/drawingml/2006/main">
              <a:ext uri="{FF2B5EF4-FFF2-40B4-BE49-F238E27FC236}">
                <a16:creationId xmlns:a16="http://schemas.microsoft.com/office/drawing/2014/main" id="{FFC98AF7-917C-45E9-A630-EA2278010FB3}"/>
              </a:ext>
            </a:extLst>
          </p:cNvPr>
          <p:cNvSpPr>
            <a:spLocks xmlns:a="http://schemas.openxmlformats.org/drawingml/2006/main" noGrp="1"/>
          </p:cNvSpPr>
          <p:nvPr/>
        </p:nvSpPr>
        <p:spPr>
          <a:xfrm xmlns:a="http://schemas.openxmlformats.org/drawingml/2006/main">
            <a:off x="4191000" y="4181475"/>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6C85F"/>
                </a:solidFill>
              </a:defRPr>
            </a:pPr>
            <a:r>
              <a:rPr sz="1500" b="1">
                <a:solidFill>
                  <a:srgbClr val="F6C85F"/>
                </a:solidFill>
              </a:rPr>
              <a:t>-&gt; Reviewer -&gt; Tester -&gt; policy/eval gates</a:t>
            </a:r>
          </a:p>
        </p:txBody>
      </p:sp>
      <p:sp>
        <p:nvSpPr>
          <p:cNvPr id="13" name="">
            <a:extLst xmlns:a="http://schemas.openxmlformats.org/drawingml/2006/main">
              <a:ext uri="{FF2B5EF4-FFF2-40B4-BE49-F238E27FC236}">
                <a16:creationId xmlns:a16="http://schemas.microsoft.com/office/drawing/2014/main" id="{5FC99135-5D39-4247-912E-98BCE3CC4D98}"/>
              </a:ext>
            </a:extLst>
          </p:cNvPr>
          <p:cNvSpPr>
            <a:spLocks xmlns:a="http://schemas.openxmlformats.org/drawingml/2006/main" noGrp="1"/>
          </p:cNvSpPr>
          <p:nvPr/>
        </p:nvSpPr>
        <p:spPr>
          <a:xfrm xmlns:a="http://schemas.openxmlformats.org/drawingml/2006/main">
            <a:off x="4191000" y="45053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6C85F"/>
                </a:solidFill>
              </a:defRPr>
            </a:pPr>
            <a:r>
              <a:rPr sz="1500" b="1">
                <a:solidFill>
                  <a:srgbClr val="F6C85F"/>
                </a:solidFill>
              </a:rPr>
              <a:t>-&gt; final approval -&gt; PM</a:t>
            </a:r>
          </a:p>
        </p:txBody>
      </p:sp>
      <p:sp>
        <p:nvSpPr>
          <p:cNvPr id="14" name="">
            <a:extLst xmlns:a="http://schemas.openxmlformats.org/drawingml/2006/main">
              <a:ext uri="{FF2B5EF4-FFF2-40B4-BE49-F238E27FC236}">
                <a16:creationId xmlns:a16="http://schemas.microsoft.com/office/drawing/2014/main" id="{62D9FFA3-3A2F-473B-A1D5-BC804970382A}"/>
              </a:ext>
            </a:extLst>
          </p:cNvPr>
          <p:cNvSpPr>
            <a:spLocks xmlns:a="http://schemas.openxmlformats.org/drawingml/2006/main" noGrp="1"/>
          </p:cNvSpPr>
          <p:nvPr/>
        </p:nvSpPr>
        <p:spPr>
          <a:xfrm xmlns:a="http://schemas.openxmlformats.org/drawingml/2006/main">
            <a:off x="1476375" y="509587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A9BACB"/>
                </a:solidFill>
              </a:defRPr>
            </a:pPr>
            <a:r>
              <a:rPr sz="1575" b="1">
                <a:solidFill>
                  <a:srgbClr val="A9BACB"/>
                </a:solidFill>
              </a:rPr>
              <a:t>Human checkpoints</a:t>
            </a:r>
          </a:p>
        </p:txBody>
      </p:sp>
      <p:sp>
        <p:nvSpPr>
          <p:cNvPr id="15" name="">
            <a:extLst xmlns:a="http://schemas.openxmlformats.org/drawingml/2006/main">
              <a:ext uri="{FF2B5EF4-FFF2-40B4-BE49-F238E27FC236}">
                <a16:creationId xmlns:a16="http://schemas.microsoft.com/office/drawing/2014/main" id="{1DE3EE03-CFA3-4BED-B16D-F9DCCFADF07B}"/>
              </a:ext>
            </a:extLst>
          </p:cNvPr>
          <p:cNvSpPr>
            <a:spLocks xmlns:a="http://schemas.openxmlformats.org/drawingml/2006/main" noGrp="1"/>
          </p:cNvSpPr>
          <p:nvPr/>
        </p:nvSpPr>
        <p:spPr>
          <a:xfrm xmlns:a="http://schemas.openxmlformats.org/drawingml/2006/main">
            <a:off x="4191000" y="50958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4F8FB"/>
                </a:solidFill>
              </a:defRPr>
            </a:pPr>
            <a:r>
              <a:rPr sz="1725" b="1">
                <a:solidFill>
                  <a:srgbClr val="F4F8FB"/>
                </a:solidFill>
              </a:rPr>
              <a:t>LOW 0     MEDIUM 1     HIGH 2</a:t>
            </a:r>
          </a:p>
        </p:txBody>
      </p:sp>
      <p:sp>
        <p:nvSpPr>
          <p:cNvPr id="16" name="">
            <a:extLst xmlns:a="http://schemas.openxmlformats.org/drawingml/2006/main">
              <a:ext uri="{FF2B5EF4-FFF2-40B4-BE49-F238E27FC236}">
                <a16:creationId xmlns:a16="http://schemas.microsoft.com/office/drawing/2014/main" id="{163ED79D-0559-4F6A-8701-4BAD7B20E25F}"/>
              </a:ext>
            </a:extLst>
          </p:cNvPr>
          <p:cNvSpPr>
            <a:spLocks xmlns:a="http://schemas.openxmlformats.org/drawingml/2006/main" noGrp="1"/>
          </p:cNvSpPr>
          <p:nvPr/>
        </p:nvSpPr>
        <p:spPr>
          <a:xfrm xmlns:a="http://schemas.openxmlformats.org/drawingml/2006/main">
            <a:off x="8096250" y="581025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F6C85F"/>
                </a:solidFill>
              </a:defRPr>
            </a:pPr>
            <a:r>
              <a:rPr sz="1800" b="1">
                <a:solidFill>
                  <a:srgbClr val="F6C85F"/>
                </a:solidFill>
              </a:rPr>
              <a:t>HIGH is not optimized away.</a:t>
            </a:r>
          </a:p>
        </p:txBody>
      </p:sp>
    </p:spTree>
    <p:extLst>
      <p:ext uri="{BB962C8B-B14F-4D97-AF65-F5344CB8AC3E}">
        <p14:creationId xmlns:p14="http://schemas.microsoft.com/office/powerpoint/2010/main" val="1040423757"/>
      </p:ext>
    </p:extLst>
  </p:cSld>
</p:sld>
</file>

<file path=ppt/slides/slide5.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7DFFE62-C369-4A07-805E-276E5AD6CCB8}"/>
              </a:ext>
            </a:extLst>
          </p:cNvPr>
          <p:cNvSpPr>
            <a:spLocks xmlns:a="http://schemas.openxmlformats.org/drawingml/2006/main" noGrp="1"/>
          </p:cNvSpPr>
          <p:nvPr/>
        </p:nvSpPr>
        <p:spPr>
          <a:xfrm xmlns:a="http://schemas.openxmlformats.org/drawingml/2006/main">
            <a:off x="666750" y="323850"/>
            <a:ext cx="971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4F8FB"/>
                </a:solidFill>
              </a:defRPr>
            </a:pPr>
            <a:r>
              <a:rPr sz="2850" b="1">
                <a:solidFill>
                  <a:srgbClr val="F4F8FB"/>
                </a:solidFill>
              </a:rPr>
              <a:t>The experiment compared matched scenarios</a:t>
            </a:r>
          </a:p>
        </p:txBody>
      </p:sp>
      <p:sp>
        <p:nvSpPr>
          <p:cNvPr id="2" name="">
            <a:extLst xmlns:a="http://schemas.openxmlformats.org/drawingml/2006/main">
              <a:ext uri="{FF2B5EF4-FFF2-40B4-BE49-F238E27FC236}">
                <a16:creationId xmlns:a16="http://schemas.microsoft.com/office/drawing/2014/main" id="{D3393F17-27C9-4C2C-B53F-A00A6A176F25}"/>
              </a:ext>
            </a:extLst>
          </p:cNvPr>
          <p:cNvSpPr>
            <a:spLocks xmlns:a="http://schemas.openxmlformats.org/drawingml/2006/main" noGrp="1"/>
          </p:cNvSpPr>
          <p:nvPr/>
        </p:nvSpPr>
        <p:spPr>
          <a:xfrm xmlns:a="http://schemas.openxmlformats.org/drawingml/2006/main">
            <a:off x="666750" y="876300"/>
            <a:ext cx="981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A9BACB"/>
                </a:solidFill>
              </a:defRPr>
            </a:pPr>
            <a:r>
              <a:rPr sz="1350" b="0">
                <a:solidFill>
                  <a:srgbClr val="A9BACB"/>
                </a:solidFill>
              </a:rPr>
              <a:t>Control first, freeze the router, then measure AURA.</a:t>
            </a:r>
          </a:p>
        </p:txBody>
      </p:sp>
      <p:sp>
        <p:nvSpPr>
          <p:cNvPr id="3" name="">
            <a:extLst xmlns:a="http://schemas.openxmlformats.org/drawingml/2006/main">
              <a:ext uri="{FF2B5EF4-FFF2-40B4-BE49-F238E27FC236}">
                <a16:creationId xmlns:a16="http://schemas.microsoft.com/office/drawing/2014/main" id="{9041C1D1-2DBA-499A-A80D-130C7BF0B473}"/>
              </a:ext>
            </a:extLst>
          </p:cNvPr>
          <p:cNvSpPr>
            <a:spLocks xmlns:a="http://schemas.openxmlformats.org/drawingml/2006/main" noGrp="1"/>
          </p:cNvSpPr>
          <p:nvPr/>
        </p:nvSpPr>
        <p:spPr>
          <a:xfrm xmlns:a="http://schemas.openxmlformats.org/drawingml/2006/main">
            <a:off x="11049000" y="61912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6F8499"/>
                </a:solidFill>
              </a:defRPr>
            </a:pPr>
            <a:r>
              <a:rPr sz="1200" b="1">
                <a:solidFill>
                  <a:srgbClr val="6F8499"/>
                </a:solidFill>
              </a:rPr>
              <a:t>05</a:t>
            </a:r>
          </a:p>
        </p:txBody>
      </p:sp>
      <p:sp>
        <p:nvSpPr>
          <p:cNvPr id="4" name="">
            <a:extLst xmlns:a="http://schemas.openxmlformats.org/drawingml/2006/main">
              <a:ext uri="{FF2B5EF4-FFF2-40B4-BE49-F238E27FC236}">
                <a16:creationId xmlns:a16="http://schemas.microsoft.com/office/drawing/2014/main" id="{37B32280-AD13-48E4-821D-C15A1FE54AC5}"/>
              </a:ext>
            </a:extLst>
          </p:cNvPr>
          <p:cNvSpPr>
            <a:spLocks xmlns:a="http://schemas.openxmlformats.org/drawingml/2006/main" noGrp="1"/>
          </p:cNvSpPr>
          <p:nvPr/>
        </p:nvSpPr>
        <p:spPr>
          <a:xfrm xmlns:a="http://schemas.openxmlformats.org/drawingml/2006/main">
            <a:off x="990600" y="1809750"/>
            <a:ext cx="2952750" cy="2047875"/>
          </a:xfrm>
          <a:prstGeom xmlns:a="http://schemas.openxmlformats.org/drawingml/2006/main" prst="roundRect">
            <a:avLst>
              <a:gd name="adj" fmla="val 3721"/>
            </a:avLst>
          </a:prstGeom>
          <a:solidFill xmlns:a="http://schemas.openxmlformats.org/drawingml/2006/main">
            <a:srgbClr val="17314D"/>
          </a:solidFill>
          <a:ln xmlns:a="http://schemas.openxmlformats.org/drawingml/2006/main" w="11430">
            <a:solidFill>
              <a:srgbClr val="7BD88F"/>
            </a:solidFill>
            <a:prstDash val="solid"/>
          </a:ln>
        </p:spPr>
      </p:sp>
      <p:sp>
        <p:nvSpPr>
          <p:cNvPr id="5" name="">
            <a:extLst xmlns:a="http://schemas.openxmlformats.org/drawingml/2006/main">
              <a:ext uri="{FF2B5EF4-FFF2-40B4-BE49-F238E27FC236}">
                <a16:creationId xmlns:a16="http://schemas.microsoft.com/office/drawing/2014/main" id="{5725C06C-F0E6-4F51-9FEB-45586C99B713}"/>
              </a:ext>
            </a:extLst>
          </p:cNvPr>
          <p:cNvSpPr>
            <a:spLocks xmlns:a="http://schemas.openxmlformats.org/drawingml/2006/main" noGrp="1"/>
          </p:cNvSpPr>
          <p:nvPr/>
        </p:nvSpPr>
        <p:spPr>
          <a:xfrm xmlns:a="http://schemas.openxmlformats.org/drawingml/2006/main">
            <a:off x="1295400" y="22860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7BD88F"/>
                </a:solidFill>
              </a:defRPr>
            </a:pPr>
            <a:r>
              <a:rPr sz="2100" b="1">
                <a:solidFill>
                  <a:srgbClr val="7BD88F"/>
                </a:solidFill>
              </a:rPr>
              <a:t>AF-LOW-001</a:t>
            </a:r>
          </a:p>
        </p:txBody>
      </p:sp>
      <p:sp>
        <p:nvSpPr>
          <p:cNvPr id="6" name="">
            <a:extLst xmlns:a="http://schemas.openxmlformats.org/drawingml/2006/main">
              <a:ext uri="{FF2B5EF4-FFF2-40B4-BE49-F238E27FC236}">
                <a16:creationId xmlns:a16="http://schemas.microsoft.com/office/drawing/2014/main" id="{FF934F9A-E68B-4F11-9132-96232C99822A}"/>
              </a:ext>
            </a:extLst>
          </p:cNvPr>
          <p:cNvSpPr>
            <a:spLocks xmlns:a="http://schemas.openxmlformats.org/drawingml/2006/main" noGrp="1"/>
          </p:cNvSpPr>
          <p:nvPr/>
        </p:nvSpPr>
        <p:spPr>
          <a:xfrm xmlns:a="http://schemas.openxmlformats.org/drawingml/2006/main">
            <a:off x="1295400" y="308610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F4F8FB"/>
                </a:solidFill>
              </a:defRPr>
            </a:pPr>
            <a:r>
              <a:rPr sz="1725" b="0">
                <a:solidFill>
                  <a:srgbClr val="F4F8FB"/>
                </a:solidFill>
              </a:rPr>
              <a:t>Documentation /</a:t>
            </a:r>
          </a:p>
          <a:p xmlns:a="http://schemas.openxmlformats.org/drawingml/2006/main">
            <a:pPr>
              <a:defRPr sz="1725" b="0">
                <a:solidFill>
                  <a:srgbClr val="F4F8FB"/>
                </a:solidFill>
              </a:defRPr>
            </a:pPr>
            <a:r>
              <a:rPr sz="1725" b="0">
                <a:solidFill>
                  <a:srgbClr val="F4F8FB"/>
                </a:solidFill>
              </a:rPr>
              <a:t>accessibility</a:t>
            </a:r>
          </a:p>
        </p:txBody>
      </p:sp>
      <p:sp>
        <p:nvSpPr>
          <p:cNvPr id="7" name="">
            <a:extLst xmlns:a="http://schemas.openxmlformats.org/drawingml/2006/main">
              <a:ext uri="{FF2B5EF4-FFF2-40B4-BE49-F238E27FC236}">
                <a16:creationId xmlns:a16="http://schemas.microsoft.com/office/drawing/2014/main" id="{F17929F8-2561-4047-8B43-75F7CFCD3F68}"/>
              </a:ext>
            </a:extLst>
          </p:cNvPr>
          <p:cNvSpPr>
            <a:spLocks xmlns:a="http://schemas.openxmlformats.org/drawingml/2006/main" noGrp="1"/>
          </p:cNvSpPr>
          <p:nvPr/>
        </p:nvSpPr>
        <p:spPr>
          <a:xfrm xmlns:a="http://schemas.openxmlformats.org/drawingml/2006/main">
            <a:off x="4705350" y="1809750"/>
            <a:ext cx="2952750" cy="2047875"/>
          </a:xfrm>
          <a:prstGeom xmlns:a="http://schemas.openxmlformats.org/drawingml/2006/main" prst="roundRect">
            <a:avLst>
              <a:gd name="adj" fmla="val 3721"/>
            </a:avLst>
          </a:prstGeom>
          <a:solidFill xmlns:a="http://schemas.openxmlformats.org/drawingml/2006/main">
            <a:srgbClr val="17314D"/>
          </a:solidFill>
          <a:ln xmlns:a="http://schemas.openxmlformats.org/drawingml/2006/main" w="11430">
            <a:solidFill>
              <a:srgbClr val="4CC9F0"/>
            </a:solidFill>
            <a:prstDash val="solid"/>
          </a:ln>
        </p:spPr>
      </p:sp>
      <p:sp>
        <p:nvSpPr>
          <p:cNvPr id="8" name="">
            <a:extLst xmlns:a="http://schemas.openxmlformats.org/drawingml/2006/main">
              <a:ext uri="{FF2B5EF4-FFF2-40B4-BE49-F238E27FC236}">
                <a16:creationId xmlns:a16="http://schemas.microsoft.com/office/drawing/2014/main" id="{6296E9D0-A5B6-4035-961D-D374D7A065BE}"/>
              </a:ext>
            </a:extLst>
          </p:cNvPr>
          <p:cNvSpPr>
            <a:spLocks xmlns:a="http://schemas.openxmlformats.org/drawingml/2006/main" noGrp="1"/>
          </p:cNvSpPr>
          <p:nvPr/>
        </p:nvSpPr>
        <p:spPr>
          <a:xfrm xmlns:a="http://schemas.openxmlformats.org/drawingml/2006/main">
            <a:off x="5010150" y="22860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4CC9F0"/>
                </a:solidFill>
              </a:defRPr>
            </a:pPr>
            <a:r>
              <a:rPr sz="2100" b="1">
                <a:solidFill>
                  <a:srgbClr val="4CC9F0"/>
                </a:solidFill>
              </a:rPr>
              <a:t>AF-MEDIUM-</a:t>
            </a:r>
          </a:p>
          <a:p xmlns:a="http://schemas.openxmlformats.org/drawingml/2006/main">
            <a:pPr>
              <a:defRPr sz="2100" b="1">
                <a:solidFill>
                  <a:srgbClr val="4CC9F0"/>
                </a:solidFill>
              </a:defRPr>
            </a:pPr>
            <a:r>
              <a:rPr sz="2100" b="1">
                <a:solidFill>
                  <a:srgbClr val="4CC9F0"/>
                </a:solidFill>
              </a:rPr>
              <a:t>001</a:t>
            </a:r>
          </a:p>
        </p:txBody>
      </p:sp>
      <p:sp>
        <p:nvSpPr>
          <p:cNvPr id="9" name="">
            <a:extLst xmlns:a="http://schemas.openxmlformats.org/drawingml/2006/main">
              <a:ext uri="{FF2B5EF4-FFF2-40B4-BE49-F238E27FC236}">
                <a16:creationId xmlns:a16="http://schemas.microsoft.com/office/drawing/2014/main" id="{87AFAC5C-96B9-4073-9619-6CAC967E1D46}"/>
              </a:ext>
            </a:extLst>
          </p:cNvPr>
          <p:cNvSpPr>
            <a:spLocks xmlns:a="http://schemas.openxmlformats.org/drawingml/2006/main" noGrp="1"/>
          </p:cNvSpPr>
          <p:nvPr/>
        </p:nvSpPr>
        <p:spPr>
          <a:xfrm xmlns:a="http://schemas.openxmlformats.org/drawingml/2006/main">
            <a:off x="5010150" y="308610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F4F8FB"/>
                </a:solidFill>
              </a:defRPr>
            </a:pPr>
            <a:r>
              <a:rPr sz="1725" b="0">
                <a:solidFill>
                  <a:srgbClr val="F4F8FB"/>
                </a:solidFill>
              </a:rPr>
              <a:t>Bounded executable</a:t>
            </a:r>
          </a:p>
          <a:p xmlns:a="http://schemas.openxmlformats.org/drawingml/2006/main">
            <a:pPr>
              <a:defRPr sz="1725" b="0">
                <a:solidFill>
                  <a:srgbClr val="F4F8FB"/>
                </a:solidFill>
              </a:defRPr>
            </a:pPr>
            <a:r>
              <a:rPr sz="1725" b="0">
                <a:solidFill>
                  <a:srgbClr val="F4F8FB"/>
                </a:solidFill>
              </a:rPr>
              <a:t>test change</a:t>
            </a:r>
          </a:p>
        </p:txBody>
      </p:sp>
      <p:sp>
        <p:nvSpPr>
          <p:cNvPr id="10" name="">
            <a:extLst xmlns:a="http://schemas.openxmlformats.org/drawingml/2006/main">
              <a:ext uri="{FF2B5EF4-FFF2-40B4-BE49-F238E27FC236}">
                <a16:creationId xmlns:a16="http://schemas.microsoft.com/office/drawing/2014/main" id="{AD6E24CA-FA37-4D3D-B7D5-40506F68932E}"/>
              </a:ext>
            </a:extLst>
          </p:cNvPr>
          <p:cNvSpPr>
            <a:spLocks xmlns:a="http://schemas.openxmlformats.org/drawingml/2006/main" noGrp="1"/>
          </p:cNvSpPr>
          <p:nvPr/>
        </p:nvSpPr>
        <p:spPr>
          <a:xfrm xmlns:a="http://schemas.openxmlformats.org/drawingml/2006/main">
            <a:off x="8420100" y="1809750"/>
            <a:ext cx="2952750" cy="2047875"/>
          </a:xfrm>
          <a:prstGeom xmlns:a="http://schemas.openxmlformats.org/drawingml/2006/main" prst="roundRect">
            <a:avLst>
              <a:gd name="adj" fmla="val 3721"/>
            </a:avLst>
          </a:prstGeom>
          <a:solidFill xmlns:a="http://schemas.openxmlformats.org/drawingml/2006/main">
            <a:srgbClr val="17314D"/>
          </a:solidFill>
          <a:ln xmlns:a="http://schemas.openxmlformats.org/drawingml/2006/main" w="11430">
            <a:solidFill>
              <a:srgbClr val="F6C85F"/>
            </a:solidFill>
            <a:prstDash val="solid"/>
          </a:ln>
        </p:spPr>
      </p:sp>
      <p:sp>
        <p:nvSpPr>
          <p:cNvPr id="11" name="">
            <a:extLst xmlns:a="http://schemas.openxmlformats.org/drawingml/2006/main">
              <a:ext uri="{FF2B5EF4-FFF2-40B4-BE49-F238E27FC236}">
                <a16:creationId xmlns:a16="http://schemas.microsoft.com/office/drawing/2014/main" id="{F3D37E72-8354-4968-A9D2-2F083E98BB7F}"/>
              </a:ext>
            </a:extLst>
          </p:cNvPr>
          <p:cNvSpPr>
            <a:spLocks xmlns:a="http://schemas.openxmlformats.org/drawingml/2006/main" noGrp="1"/>
          </p:cNvSpPr>
          <p:nvPr/>
        </p:nvSpPr>
        <p:spPr>
          <a:xfrm xmlns:a="http://schemas.openxmlformats.org/drawingml/2006/main">
            <a:off x="8724900" y="22860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6C85F"/>
                </a:solidFill>
              </a:defRPr>
            </a:pPr>
            <a:r>
              <a:rPr sz="2100" b="1">
                <a:solidFill>
                  <a:srgbClr val="F6C85F"/>
                </a:solidFill>
              </a:rPr>
              <a:t>AF-HIGH-001</a:t>
            </a:r>
          </a:p>
        </p:txBody>
      </p:sp>
      <p:sp>
        <p:nvSpPr>
          <p:cNvPr id="12" name="">
            <a:extLst xmlns:a="http://schemas.openxmlformats.org/drawingml/2006/main">
              <a:ext uri="{FF2B5EF4-FFF2-40B4-BE49-F238E27FC236}">
                <a16:creationId xmlns:a16="http://schemas.microsoft.com/office/drawing/2014/main" id="{B2F78FDC-67DF-4EDB-A314-7DF697F7CD59}"/>
              </a:ext>
            </a:extLst>
          </p:cNvPr>
          <p:cNvSpPr>
            <a:spLocks xmlns:a="http://schemas.openxmlformats.org/drawingml/2006/main" noGrp="1"/>
          </p:cNvSpPr>
          <p:nvPr/>
        </p:nvSpPr>
        <p:spPr>
          <a:xfrm xmlns:a="http://schemas.openxmlformats.org/drawingml/2006/main">
            <a:off x="8724900" y="308610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F4F8FB"/>
                </a:solidFill>
              </a:defRPr>
            </a:pPr>
            <a:r>
              <a:rPr sz="1725" b="0">
                <a:solidFill>
                  <a:srgbClr val="F4F8FB"/>
                </a:solidFill>
              </a:rPr>
              <a:t>Governance / MCP</a:t>
            </a:r>
          </a:p>
          <a:p xmlns:a="http://schemas.openxmlformats.org/drawingml/2006/main">
            <a:pPr>
              <a:defRPr sz="1725" b="0">
                <a:solidFill>
                  <a:srgbClr val="F4F8FB"/>
                </a:solidFill>
              </a:defRPr>
            </a:pPr>
            <a:r>
              <a:rPr sz="1725" b="0">
                <a:solidFill>
                  <a:srgbClr val="F4F8FB"/>
                </a:solidFill>
              </a:rPr>
              <a:t>policy-sensitive</a:t>
            </a:r>
          </a:p>
        </p:txBody>
      </p:sp>
      <p:sp>
        <p:nvSpPr>
          <p:cNvPr id="13" name="">
            <a:extLst xmlns:a="http://schemas.openxmlformats.org/drawingml/2006/main">
              <a:ext uri="{FF2B5EF4-FFF2-40B4-BE49-F238E27FC236}">
                <a16:creationId xmlns:a16="http://schemas.microsoft.com/office/drawing/2014/main" id="{0B004C00-452B-443D-AEA9-98A740FB870D}"/>
              </a:ext>
            </a:extLst>
          </p:cNvPr>
          <p:cNvSpPr>
            <a:spLocks xmlns:a="http://schemas.openxmlformats.org/drawingml/2006/main" noGrp="1"/>
          </p:cNvSpPr>
          <p:nvPr/>
        </p:nvSpPr>
        <p:spPr>
          <a:xfrm xmlns:a="http://schemas.openxmlformats.org/drawingml/2006/main">
            <a:off x="1143000" y="461962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4F8FB"/>
                </a:solidFill>
              </a:defRPr>
            </a:pPr>
            <a:r>
              <a:rPr sz="2100" b="1">
                <a:solidFill>
                  <a:srgbClr val="F4F8FB"/>
                </a:solidFill>
              </a:rPr>
              <a:t>Matched rules</a:t>
            </a:r>
          </a:p>
        </p:txBody>
      </p:sp>
      <p:sp>
        <p:nvSpPr>
          <p:cNvPr id="14" name="">
            <a:extLst xmlns:a="http://schemas.openxmlformats.org/drawingml/2006/main">
              <a:ext uri="{FF2B5EF4-FFF2-40B4-BE49-F238E27FC236}">
                <a16:creationId xmlns:a16="http://schemas.microsoft.com/office/drawing/2014/main" id="{74F5AC47-091E-4ED2-83CA-F4BB3FBE79F5}"/>
              </a:ext>
            </a:extLst>
          </p:cNvPr>
          <p:cNvSpPr>
            <a:spLocks xmlns:a="http://schemas.openxmlformats.org/drawingml/2006/main" noGrp="1"/>
          </p:cNvSpPr>
          <p:nvPr/>
        </p:nvSpPr>
        <p:spPr>
          <a:xfrm xmlns:a="http://schemas.openxmlformats.org/drawingml/2006/main">
            <a:off x="1143000" y="5095875"/>
            <a:ext cx="857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A9BACB"/>
                </a:solidFill>
              </a:defRPr>
            </a:pPr>
            <a:r>
              <a:rPr sz="1800" b="0">
                <a:solidFill>
                  <a:srgbClr val="A9BACB"/>
                </a:solidFill>
              </a:rPr>
              <a:t>Same locked 16-point quality rubric. Control route measured first. Router frozen before AURA measurements. Infrastructure failures preserved separately.</a:t>
            </a:r>
          </a:p>
        </p:txBody>
      </p:sp>
    </p:spTree>
    <p:extLst>
      <p:ext uri="{BB962C8B-B14F-4D97-AF65-F5344CB8AC3E}">
        <p14:creationId xmlns:p14="http://schemas.microsoft.com/office/powerpoint/2010/main" val="593897445"/>
      </p:ext>
    </p:extLst>
  </p:cSld>
</p:sld>
</file>

<file path=ppt/slides/slide6.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A678A5C6-70A9-43FA-AD7A-9AB752C7FC17}"/>
              </a:ext>
            </a:extLst>
          </p:cNvPr>
          <p:cNvSpPr>
            <a:spLocks xmlns:a="http://schemas.openxmlformats.org/drawingml/2006/main" noGrp="1"/>
          </p:cNvSpPr>
          <p:nvPr/>
        </p:nvSpPr>
        <p:spPr>
          <a:xfrm xmlns:a="http://schemas.openxmlformats.org/drawingml/2006/main">
            <a:off x="666750" y="323850"/>
            <a:ext cx="971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4F8FB"/>
                </a:solidFill>
              </a:defRPr>
            </a:pPr>
            <a:r>
              <a:rPr sz="2850" b="1">
                <a:solidFill>
                  <a:srgbClr val="F4F8FB"/>
                </a:solidFill>
              </a:rPr>
              <a:t>Measured results: less overhead, stronger quality</a:t>
            </a:r>
          </a:p>
        </p:txBody>
      </p:sp>
      <p:sp>
        <p:nvSpPr>
          <p:cNvPr id="2" name="">
            <a:extLst xmlns:a="http://schemas.openxmlformats.org/drawingml/2006/main">
              <a:ext uri="{FF2B5EF4-FFF2-40B4-BE49-F238E27FC236}">
                <a16:creationId xmlns:a16="http://schemas.microsoft.com/office/drawing/2014/main" id="{ABF331BC-01C2-4927-9AC6-BD1F6A073947}"/>
              </a:ext>
            </a:extLst>
          </p:cNvPr>
          <p:cNvSpPr>
            <a:spLocks xmlns:a="http://schemas.openxmlformats.org/drawingml/2006/main" noGrp="1"/>
          </p:cNvSpPr>
          <p:nvPr/>
        </p:nvSpPr>
        <p:spPr>
          <a:xfrm xmlns:a="http://schemas.openxmlformats.org/drawingml/2006/main">
            <a:off x="666750" y="876300"/>
            <a:ext cx="981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A9BACB"/>
                </a:solidFill>
              </a:defRPr>
            </a:pPr>
            <a:r>
              <a:rPr sz="1350" b="0">
                <a:solidFill>
                  <a:srgbClr val="A9BACB"/>
                </a:solidFill>
              </a:rPr>
              <a:t>Measured impact across the three representative scenarios.</a:t>
            </a:r>
          </a:p>
        </p:txBody>
      </p:sp>
      <p:sp>
        <p:nvSpPr>
          <p:cNvPr id="3" name="">
            <a:extLst xmlns:a="http://schemas.openxmlformats.org/drawingml/2006/main">
              <a:ext uri="{FF2B5EF4-FFF2-40B4-BE49-F238E27FC236}">
                <a16:creationId xmlns:a16="http://schemas.microsoft.com/office/drawing/2014/main" id="{CA0F1C27-35AB-4566-AF49-AEC389CD9205}"/>
              </a:ext>
            </a:extLst>
          </p:cNvPr>
          <p:cNvSpPr>
            <a:spLocks xmlns:a="http://schemas.openxmlformats.org/drawingml/2006/main" noGrp="1"/>
          </p:cNvSpPr>
          <p:nvPr/>
        </p:nvSpPr>
        <p:spPr>
          <a:xfrm xmlns:a="http://schemas.openxmlformats.org/drawingml/2006/main">
            <a:off x="11049000" y="61912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6F8499"/>
                </a:solidFill>
              </a:defRPr>
            </a:pPr>
            <a:r>
              <a:rPr sz="1200" b="1">
                <a:solidFill>
                  <a:srgbClr val="6F8499"/>
                </a:solidFill>
              </a:rPr>
              <a:t>06</a:t>
            </a:r>
          </a:p>
        </p:txBody>
      </p:sp>
      <p:sp>
        <p:nvSpPr>
          <p:cNvPr id="4" name="">
            <a:extLst xmlns:a="http://schemas.openxmlformats.org/drawingml/2006/main">
              <a:ext uri="{FF2B5EF4-FFF2-40B4-BE49-F238E27FC236}">
                <a16:creationId xmlns:a16="http://schemas.microsoft.com/office/drawing/2014/main" id="{234913FC-7F60-46CC-B087-7A6839A2E560}"/>
              </a:ext>
            </a:extLst>
          </p:cNvPr>
          <p:cNvSpPr>
            <a:spLocks xmlns:a="http://schemas.openxmlformats.org/drawingml/2006/main" noGrp="1"/>
          </p:cNvSpPr>
          <p:nvPr/>
        </p:nvSpPr>
        <p:spPr>
          <a:xfrm xmlns:a="http://schemas.openxmlformats.org/drawingml/2006/main">
            <a:off x="742950" y="13335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F4F8FB"/>
                </a:solidFill>
              </a:defRPr>
            </a:pPr>
            <a:r>
              <a:rPr sz="1875" b="1">
                <a:solidFill>
                  <a:srgbClr val="F4F8FB"/>
                </a:solidFill>
              </a:rPr>
              <a:t>Cost by tier</a:t>
            </a:r>
          </a:p>
        </p:txBody>
      </p:sp>
      <p:sp>
        <p:nvSpPr>
          <p:cNvPr id="5" name="">
            <a:extLst xmlns:a="http://schemas.openxmlformats.org/drawingml/2006/main">
              <a:ext uri="{FF2B5EF4-FFF2-40B4-BE49-F238E27FC236}">
                <a16:creationId xmlns:a16="http://schemas.microsoft.com/office/drawing/2014/main" id="{DABB9ED8-0356-44BC-8448-5FEE81CBAA85}"/>
              </a:ext>
            </a:extLst>
          </p:cNvPr>
          <p:cNvSpPr>
            <a:spLocks xmlns:a="http://schemas.openxmlformats.org/drawingml/2006/main" noGrp="1"/>
          </p:cNvSpPr>
          <p:nvPr/>
        </p:nvSpPr>
        <p:spPr>
          <a:xfrm xmlns:a="http://schemas.openxmlformats.org/drawingml/2006/main">
            <a:off x="2505075" y="1657350"/>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A9BACB"/>
                </a:solidFill>
              </a:defRPr>
            </a:pPr>
            <a:r>
              <a:rPr sz="900" b="1">
                <a:solidFill>
                  <a:srgbClr val="A9BACB"/>
                </a:solidFill>
              </a:rPr>
              <a:t>Pre-AURA</a:t>
            </a:r>
          </a:p>
        </p:txBody>
      </p:sp>
      <p:sp>
        <p:nvSpPr>
          <p:cNvPr id="6" name="">
            <a:extLst xmlns:a="http://schemas.openxmlformats.org/drawingml/2006/main">
              <a:ext uri="{FF2B5EF4-FFF2-40B4-BE49-F238E27FC236}">
                <a16:creationId xmlns:a16="http://schemas.microsoft.com/office/drawing/2014/main" id="{13BCB828-BF06-483F-AD6C-A71D6CD1B845}"/>
              </a:ext>
            </a:extLst>
          </p:cNvPr>
          <p:cNvSpPr>
            <a:spLocks xmlns:a="http://schemas.openxmlformats.org/drawingml/2006/main" noGrp="1"/>
          </p:cNvSpPr>
          <p:nvPr/>
        </p:nvSpPr>
        <p:spPr>
          <a:xfrm xmlns:a="http://schemas.openxmlformats.org/drawingml/2006/main">
            <a:off x="3314700" y="16573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7BD88F"/>
                </a:solidFill>
              </a:defRPr>
            </a:pPr>
            <a:r>
              <a:rPr sz="900" b="1">
                <a:solidFill>
                  <a:srgbClr val="7BD88F"/>
                </a:solidFill>
              </a:rPr>
              <a:t>AURA</a:t>
            </a:r>
          </a:p>
        </p:txBody>
      </p:sp>
      <p:sp>
        <p:nvSpPr>
          <p:cNvPr id="7" name="">
            <a:extLst xmlns:a="http://schemas.openxmlformats.org/drawingml/2006/main">
              <a:ext uri="{FF2B5EF4-FFF2-40B4-BE49-F238E27FC236}">
                <a16:creationId xmlns:a16="http://schemas.microsoft.com/office/drawing/2014/main" id="{6FF5364A-2338-4909-98A5-02E592E85DFB}"/>
              </a:ext>
            </a:extLst>
          </p:cNvPr>
          <p:cNvSpPr>
            <a:spLocks xmlns:a="http://schemas.openxmlformats.org/drawingml/2006/main" noGrp="1"/>
          </p:cNvSpPr>
          <p:nvPr/>
        </p:nvSpPr>
        <p:spPr>
          <a:xfrm xmlns:a="http://schemas.openxmlformats.org/drawingml/2006/main">
            <a:off x="1009650" y="2700360"/>
            <a:ext cx="266700" cy="785790"/>
          </a:xfrm>
          <a:prstGeom xmlns:a="http://schemas.openxmlformats.org/drawingml/2006/main" prst="roundRect">
            <a:avLst>
              <a:gd name="adj" fmla="val 7143"/>
            </a:avLst>
          </a:prstGeom>
          <a:solidFill xmlns:a="http://schemas.openxmlformats.org/drawingml/2006/main">
            <a:srgbClr val="6F8499"/>
          </a:solidFill>
          <a:ln xmlns:a="http://schemas.openxmlformats.org/drawingml/2006/main" w="11430">
            <a:solidFill>
              <a:srgbClr val="6F8499"/>
            </a:solidFill>
            <a:prstDash val="solid"/>
          </a:ln>
        </p:spPr>
      </p:sp>
      <p:sp>
        <p:nvSpPr>
          <p:cNvPr id="8" name="">
            <a:extLst xmlns:a="http://schemas.openxmlformats.org/drawingml/2006/main">
              <a:ext uri="{FF2B5EF4-FFF2-40B4-BE49-F238E27FC236}">
                <a16:creationId xmlns:a16="http://schemas.microsoft.com/office/drawing/2014/main" id="{3BCBA05E-9017-4732-B211-2995B75F1004}"/>
              </a:ext>
            </a:extLst>
          </p:cNvPr>
          <p:cNvSpPr>
            <a:spLocks xmlns:a="http://schemas.openxmlformats.org/drawingml/2006/main" noGrp="1"/>
          </p:cNvSpPr>
          <p:nvPr/>
        </p:nvSpPr>
        <p:spPr>
          <a:xfrm xmlns:a="http://schemas.openxmlformats.org/drawingml/2006/main">
            <a:off x="1371600" y="3048622"/>
            <a:ext cx="266700" cy="437528"/>
          </a:xfrm>
          <a:prstGeom xmlns:a="http://schemas.openxmlformats.org/drawingml/2006/main" prst="roundRect">
            <a:avLst>
              <a:gd name="adj" fmla="val 7143"/>
            </a:avLst>
          </a:prstGeom>
          <a:solidFill xmlns:a="http://schemas.openxmlformats.org/drawingml/2006/main">
            <a:srgbClr val="7BD88F"/>
          </a:solidFill>
          <a:ln xmlns:a="http://schemas.openxmlformats.org/drawingml/2006/main" w="11430">
            <a:solidFill>
              <a:srgbClr val="7BD88F"/>
            </a:solidFill>
            <a:prstDash val="solid"/>
          </a:ln>
        </p:spPr>
      </p:sp>
      <p:sp>
        <p:nvSpPr>
          <p:cNvPr id="9" name="">
            <a:extLst xmlns:a="http://schemas.openxmlformats.org/drawingml/2006/main">
              <a:ext uri="{FF2B5EF4-FFF2-40B4-BE49-F238E27FC236}">
                <a16:creationId xmlns:a16="http://schemas.microsoft.com/office/drawing/2014/main" id="{1EAD0672-EE72-4C28-860B-9C17AE8325CC}"/>
              </a:ext>
            </a:extLst>
          </p:cNvPr>
          <p:cNvSpPr>
            <a:spLocks xmlns:a="http://schemas.openxmlformats.org/drawingml/2006/main" noGrp="1"/>
          </p:cNvSpPr>
          <p:nvPr/>
        </p:nvSpPr>
        <p:spPr>
          <a:xfrm xmlns:a="http://schemas.openxmlformats.org/drawingml/2006/main">
            <a:off x="990600" y="2500335"/>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A9BACB"/>
                </a:solidFill>
              </a:defRPr>
            </a:pPr>
            <a:r>
              <a:rPr sz="900" b="1">
                <a:solidFill>
                  <a:srgbClr val="A9BACB"/>
                </a:solidFill>
              </a:rPr>
              <a:t>$0.61</a:t>
            </a:r>
          </a:p>
        </p:txBody>
      </p:sp>
      <p:sp>
        <p:nvSpPr>
          <p:cNvPr id="10" name="">
            <a:extLst xmlns:a="http://schemas.openxmlformats.org/drawingml/2006/main">
              <a:ext uri="{FF2B5EF4-FFF2-40B4-BE49-F238E27FC236}">
                <a16:creationId xmlns:a16="http://schemas.microsoft.com/office/drawing/2014/main" id="{6690E181-4AC9-4A6F-9E17-65256DD06EFD}"/>
              </a:ext>
            </a:extLst>
          </p:cNvPr>
          <p:cNvSpPr>
            <a:spLocks xmlns:a="http://schemas.openxmlformats.org/drawingml/2006/main" noGrp="1"/>
          </p:cNvSpPr>
          <p:nvPr/>
        </p:nvSpPr>
        <p:spPr>
          <a:xfrm xmlns:a="http://schemas.openxmlformats.org/drawingml/2006/main">
            <a:off x="1314450" y="2848597"/>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F4F8FB"/>
                </a:solidFill>
              </a:defRPr>
            </a:pPr>
            <a:r>
              <a:rPr sz="900" b="1">
                <a:solidFill>
                  <a:srgbClr val="F4F8FB"/>
                </a:solidFill>
              </a:rPr>
              <a:t>$0.34</a:t>
            </a:r>
          </a:p>
        </p:txBody>
      </p:sp>
      <p:sp>
        <p:nvSpPr>
          <p:cNvPr id="11" name="">
            <a:extLst xmlns:a="http://schemas.openxmlformats.org/drawingml/2006/main">
              <a:ext uri="{FF2B5EF4-FFF2-40B4-BE49-F238E27FC236}">
                <a16:creationId xmlns:a16="http://schemas.microsoft.com/office/drawing/2014/main" id="{A9A1E2EC-059A-4E43-81C9-5495E977FAF3}"/>
              </a:ext>
            </a:extLst>
          </p:cNvPr>
          <p:cNvSpPr>
            <a:spLocks xmlns:a="http://schemas.openxmlformats.org/drawingml/2006/main" noGrp="1"/>
          </p:cNvSpPr>
          <p:nvPr/>
        </p:nvSpPr>
        <p:spPr>
          <a:xfrm xmlns:a="http://schemas.openxmlformats.org/drawingml/2006/main">
            <a:off x="971550" y="361950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A9BACB"/>
                </a:solidFill>
              </a:defRPr>
            </a:pPr>
            <a:r>
              <a:rPr sz="975" b="1">
                <a:solidFill>
                  <a:srgbClr val="A9BACB"/>
                </a:solidFill>
              </a:rPr>
              <a:t>LOW</a:t>
            </a:r>
          </a:p>
        </p:txBody>
      </p:sp>
      <p:sp>
        <p:nvSpPr>
          <p:cNvPr id="12" name="">
            <a:extLst xmlns:a="http://schemas.openxmlformats.org/drawingml/2006/main">
              <a:ext uri="{FF2B5EF4-FFF2-40B4-BE49-F238E27FC236}">
                <a16:creationId xmlns:a16="http://schemas.microsoft.com/office/drawing/2014/main" id="{02BA0961-8B2C-44E9-9771-64370D60B2A4}"/>
              </a:ext>
            </a:extLst>
          </p:cNvPr>
          <p:cNvSpPr>
            <a:spLocks xmlns:a="http://schemas.openxmlformats.org/drawingml/2006/main" noGrp="1"/>
          </p:cNvSpPr>
          <p:nvPr/>
        </p:nvSpPr>
        <p:spPr>
          <a:xfrm xmlns:a="http://schemas.openxmlformats.org/drawingml/2006/main">
            <a:off x="1885950" y="2308213"/>
            <a:ext cx="266700" cy="1177937"/>
          </a:xfrm>
          <a:prstGeom xmlns:a="http://schemas.openxmlformats.org/drawingml/2006/main" prst="roundRect">
            <a:avLst>
              <a:gd name="adj" fmla="val 7143"/>
            </a:avLst>
          </a:prstGeom>
          <a:solidFill xmlns:a="http://schemas.openxmlformats.org/drawingml/2006/main">
            <a:srgbClr val="6F8499"/>
          </a:solidFill>
          <a:ln xmlns:a="http://schemas.openxmlformats.org/drawingml/2006/main" w="11430">
            <a:solidFill>
              <a:srgbClr val="6F8499"/>
            </a:solidFill>
            <a:prstDash val="solid"/>
          </a:ln>
        </p:spPr>
      </p:sp>
      <p:sp>
        <p:nvSpPr>
          <p:cNvPr id="13" name="">
            <a:extLst xmlns:a="http://schemas.openxmlformats.org/drawingml/2006/main">
              <a:ext uri="{FF2B5EF4-FFF2-40B4-BE49-F238E27FC236}">
                <a16:creationId xmlns:a16="http://schemas.microsoft.com/office/drawing/2014/main" id="{21FEB4E3-AC33-412F-9CAD-5FA6E1AD1836}"/>
              </a:ext>
            </a:extLst>
          </p:cNvPr>
          <p:cNvSpPr>
            <a:spLocks xmlns:a="http://schemas.openxmlformats.org/drawingml/2006/main" noGrp="1"/>
          </p:cNvSpPr>
          <p:nvPr/>
        </p:nvSpPr>
        <p:spPr>
          <a:xfrm xmlns:a="http://schemas.openxmlformats.org/drawingml/2006/main">
            <a:off x="2247900" y="2540402"/>
            <a:ext cx="266700" cy="945748"/>
          </a:xfrm>
          <a:prstGeom xmlns:a="http://schemas.openxmlformats.org/drawingml/2006/main" prst="roundRect">
            <a:avLst>
              <a:gd name="adj" fmla="val 7143"/>
            </a:avLst>
          </a:prstGeom>
          <a:solidFill xmlns:a="http://schemas.openxmlformats.org/drawingml/2006/main">
            <a:srgbClr val="7BD88F"/>
          </a:solidFill>
          <a:ln xmlns:a="http://schemas.openxmlformats.org/drawingml/2006/main" w="11430">
            <a:solidFill>
              <a:srgbClr val="7BD88F"/>
            </a:solidFill>
            <a:prstDash val="solid"/>
          </a:ln>
        </p:spPr>
      </p:sp>
      <p:sp>
        <p:nvSpPr>
          <p:cNvPr id="14" name="">
            <a:extLst xmlns:a="http://schemas.openxmlformats.org/drawingml/2006/main">
              <a:ext uri="{FF2B5EF4-FFF2-40B4-BE49-F238E27FC236}">
                <a16:creationId xmlns:a16="http://schemas.microsoft.com/office/drawing/2014/main" id="{D3D3640A-F208-4AB0-B7E8-8D79495F1EC2}"/>
              </a:ext>
            </a:extLst>
          </p:cNvPr>
          <p:cNvSpPr>
            <a:spLocks xmlns:a="http://schemas.openxmlformats.org/drawingml/2006/main" noGrp="1"/>
          </p:cNvSpPr>
          <p:nvPr/>
        </p:nvSpPr>
        <p:spPr>
          <a:xfrm xmlns:a="http://schemas.openxmlformats.org/drawingml/2006/main">
            <a:off x="1866900" y="2108188"/>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A9BACB"/>
                </a:solidFill>
              </a:defRPr>
            </a:pPr>
            <a:r>
              <a:rPr sz="900" b="1">
                <a:solidFill>
                  <a:srgbClr val="A9BACB"/>
                </a:solidFill>
              </a:rPr>
              <a:t>$0.91</a:t>
            </a:r>
          </a:p>
        </p:txBody>
      </p:sp>
      <p:sp>
        <p:nvSpPr>
          <p:cNvPr id="15" name="">
            <a:extLst xmlns:a="http://schemas.openxmlformats.org/drawingml/2006/main">
              <a:ext uri="{FF2B5EF4-FFF2-40B4-BE49-F238E27FC236}">
                <a16:creationId xmlns:a16="http://schemas.microsoft.com/office/drawing/2014/main" id="{C9250D59-5777-4C23-B0C1-B2657C3CA966}"/>
              </a:ext>
            </a:extLst>
          </p:cNvPr>
          <p:cNvSpPr>
            <a:spLocks xmlns:a="http://schemas.openxmlformats.org/drawingml/2006/main" noGrp="1"/>
          </p:cNvSpPr>
          <p:nvPr/>
        </p:nvSpPr>
        <p:spPr>
          <a:xfrm xmlns:a="http://schemas.openxmlformats.org/drawingml/2006/main">
            <a:off x="2190750" y="2340377"/>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F4F8FB"/>
                </a:solidFill>
              </a:defRPr>
            </a:pPr>
            <a:r>
              <a:rPr sz="900" b="1">
                <a:solidFill>
                  <a:srgbClr val="F4F8FB"/>
                </a:solidFill>
              </a:rPr>
              <a:t>$0.73</a:t>
            </a:r>
          </a:p>
        </p:txBody>
      </p:sp>
      <p:sp>
        <p:nvSpPr>
          <p:cNvPr id="16" name="">
            <a:extLst xmlns:a="http://schemas.openxmlformats.org/drawingml/2006/main">
              <a:ext uri="{FF2B5EF4-FFF2-40B4-BE49-F238E27FC236}">
                <a16:creationId xmlns:a16="http://schemas.microsoft.com/office/drawing/2014/main" id="{E914B902-C3FB-4551-953C-755114993702}"/>
              </a:ext>
            </a:extLst>
          </p:cNvPr>
          <p:cNvSpPr>
            <a:spLocks xmlns:a="http://schemas.openxmlformats.org/drawingml/2006/main" noGrp="1"/>
          </p:cNvSpPr>
          <p:nvPr/>
        </p:nvSpPr>
        <p:spPr>
          <a:xfrm xmlns:a="http://schemas.openxmlformats.org/drawingml/2006/main">
            <a:off x="1847850" y="361950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A9BACB"/>
                </a:solidFill>
              </a:defRPr>
            </a:pPr>
            <a:r>
              <a:rPr sz="975" b="1">
                <a:solidFill>
                  <a:srgbClr val="A9BACB"/>
                </a:solidFill>
              </a:rPr>
              <a:t>MED</a:t>
            </a:r>
          </a:p>
        </p:txBody>
      </p:sp>
      <p:sp>
        <p:nvSpPr>
          <p:cNvPr id="17" name="">
            <a:extLst xmlns:a="http://schemas.openxmlformats.org/drawingml/2006/main">
              <a:ext uri="{FF2B5EF4-FFF2-40B4-BE49-F238E27FC236}">
                <a16:creationId xmlns:a16="http://schemas.microsoft.com/office/drawing/2014/main" id="{484312E7-A163-4460-8854-E864BD205FD5}"/>
              </a:ext>
            </a:extLst>
          </p:cNvPr>
          <p:cNvSpPr>
            <a:spLocks xmlns:a="http://schemas.openxmlformats.org/drawingml/2006/main" noGrp="1"/>
          </p:cNvSpPr>
          <p:nvPr/>
        </p:nvSpPr>
        <p:spPr>
          <a:xfrm xmlns:a="http://schemas.openxmlformats.org/drawingml/2006/main">
            <a:off x="2762250" y="1963635"/>
            <a:ext cx="266700" cy="1522515"/>
          </a:xfrm>
          <a:prstGeom xmlns:a="http://schemas.openxmlformats.org/drawingml/2006/main" prst="roundRect">
            <a:avLst>
              <a:gd name="adj" fmla="val 7143"/>
            </a:avLst>
          </a:prstGeom>
          <a:solidFill xmlns:a="http://schemas.openxmlformats.org/drawingml/2006/main">
            <a:srgbClr val="6F8499"/>
          </a:solidFill>
          <a:ln xmlns:a="http://schemas.openxmlformats.org/drawingml/2006/main" w="11430">
            <a:solidFill>
              <a:srgbClr val="6F8499"/>
            </a:solidFill>
            <a:prstDash val="solid"/>
          </a:ln>
        </p:spPr>
      </p:sp>
      <p:sp>
        <p:nvSpPr>
          <p:cNvPr id="18" name="">
            <a:extLst xmlns:a="http://schemas.openxmlformats.org/drawingml/2006/main">
              <a:ext uri="{FF2B5EF4-FFF2-40B4-BE49-F238E27FC236}">
                <a16:creationId xmlns:a16="http://schemas.microsoft.com/office/drawing/2014/main" id="{4577609A-F15B-4560-9E85-18596AADDF67}"/>
              </a:ext>
            </a:extLst>
          </p:cNvPr>
          <p:cNvSpPr>
            <a:spLocks xmlns:a="http://schemas.openxmlformats.org/drawingml/2006/main" noGrp="1"/>
          </p:cNvSpPr>
          <p:nvPr/>
        </p:nvSpPr>
        <p:spPr>
          <a:xfrm xmlns:a="http://schemas.openxmlformats.org/drawingml/2006/main">
            <a:off x="3124200" y="2053303"/>
            <a:ext cx="266700" cy="1432847"/>
          </a:xfrm>
          <a:prstGeom xmlns:a="http://schemas.openxmlformats.org/drawingml/2006/main" prst="roundRect">
            <a:avLst>
              <a:gd name="adj" fmla="val 7143"/>
            </a:avLst>
          </a:prstGeom>
          <a:solidFill xmlns:a="http://schemas.openxmlformats.org/drawingml/2006/main">
            <a:srgbClr val="7BD88F"/>
          </a:solidFill>
          <a:ln xmlns:a="http://schemas.openxmlformats.org/drawingml/2006/main" w="11430">
            <a:solidFill>
              <a:srgbClr val="7BD88F"/>
            </a:solidFill>
            <a:prstDash val="solid"/>
          </a:ln>
        </p:spPr>
      </p:sp>
      <p:sp>
        <p:nvSpPr>
          <p:cNvPr id="19" name="">
            <a:extLst xmlns:a="http://schemas.openxmlformats.org/drawingml/2006/main">
              <a:ext uri="{FF2B5EF4-FFF2-40B4-BE49-F238E27FC236}">
                <a16:creationId xmlns:a16="http://schemas.microsoft.com/office/drawing/2014/main" id="{90E32D4D-D445-4F23-AAAF-ACFA2826E574}"/>
              </a:ext>
            </a:extLst>
          </p:cNvPr>
          <p:cNvSpPr>
            <a:spLocks xmlns:a="http://schemas.openxmlformats.org/drawingml/2006/main" noGrp="1"/>
          </p:cNvSpPr>
          <p:nvPr/>
        </p:nvSpPr>
        <p:spPr>
          <a:xfrm xmlns:a="http://schemas.openxmlformats.org/drawingml/2006/main">
            <a:off x="2743200" y="176361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A9BACB"/>
                </a:solidFill>
              </a:defRPr>
            </a:pPr>
            <a:r>
              <a:rPr sz="900" b="1">
                <a:solidFill>
                  <a:srgbClr val="A9BACB"/>
                </a:solidFill>
              </a:rPr>
              <a:t>$1.18</a:t>
            </a:r>
          </a:p>
        </p:txBody>
      </p:sp>
      <p:sp>
        <p:nvSpPr>
          <p:cNvPr id="20" name="">
            <a:extLst xmlns:a="http://schemas.openxmlformats.org/drawingml/2006/main">
              <a:ext uri="{FF2B5EF4-FFF2-40B4-BE49-F238E27FC236}">
                <a16:creationId xmlns:a16="http://schemas.microsoft.com/office/drawing/2014/main" id="{D4415E94-FCEC-47C5-BB66-90D72C5F7530}"/>
              </a:ext>
            </a:extLst>
          </p:cNvPr>
          <p:cNvSpPr>
            <a:spLocks xmlns:a="http://schemas.openxmlformats.org/drawingml/2006/main" noGrp="1"/>
          </p:cNvSpPr>
          <p:nvPr/>
        </p:nvSpPr>
        <p:spPr>
          <a:xfrm xmlns:a="http://schemas.openxmlformats.org/drawingml/2006/main">
            <a:off x="3067050" y="1853278"/>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F4F8FB"/>
                </a:solidFill>
              </a:defRPr>
            </a:pPr>
            <a:r>
              <a:rPr sz="900" b="1">
                <a:solidFill>
                  <a:srgbClr val="F4F8FB"/>
                </a:solidFill>
              </a:rPr>
              <a:t>$1.11</a:t>
            </a:r>
          </a:p>
        </p:txBody>
      </p:sp>
      <p:sp>
        <p:nvSpPr>
          <p:cNvPr id="21" name="">
            <a:extLst xmlns:a="http://schemas.openxmlformats.org/drawingml/2006/main">
              <a:ext uri="{FF2B5EF4-FFF2-40B4-BE49-F238E27FC236}">
                <a16:creationId xmlns:a16="http://schemas.microsoft.com/office/drawing/2014/main" id="{3A878F40-D8D5-4546-82A9-4291A888B807}"/>
              </a:ext>
            </a:extLst>
          </p:cNvPr>
          <p:cNvSpPr>
            <a:spLocks xmlns:a="http://schemas.openxmlformats.org/drawingml/2006/main" noGrp="1"/>
          </p:cNvSpPr>
          <p:nvPr/>
        </p:nvSpPr>
        <p:spPr>
          <a:xfrm xmlns:a="http://schemas.openxmlformats.org/drawingml/2006/main">
            <a:off x="2724150" y="361950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A9BACB"/>
                </a:solidFill>
              </a:defRPr>
            </a:pPr>
            <a:r>
              <a:rPr sz="975" b="1">
                <a:solidFill>
                  <a:srgbClr val="A9BACB"/>
                </a:solidFill>
              </a:rPr>
              <a:t>HIGH</a:t>
            </a:r>
          </a:p>
        </p:txBody>
      </p:sp>
      <p:sp>
        <p:nvSpPr>
          <p:cNvPr id="22" name="">
            <a:extLst xmlns:a="http://schemas.openxmlformats.org/drawingml/2006/main">
              <a:ext uri="{FF2B5EF4-FFF2-40B4-BE49-F238E27FC236}">
                <a16:creationId xmlns:a16="http://schemas.microsoft.com/office/drawing/2014/main" id="{A59539F1-FFBA-48C1-A44F-8CFD1F973407}"/>
              </a:ext>
            </a:extLst>
          </p:cNvPr>
          <p:cNvSpPr>
            <a:spLocks xmlns:a="http://schemas.openxmlformats.org/drawingml/2006/main" noGrp="1"/>
          </p:cNvSpPr>
          <p:nvPr/>
        </p:nvSpPr>
        <p:spPr>
          <a:xfrm xmlns:a="http://schemas.openxmlformats.org/drawingml/2006/main">
            <a:off x="914400" y="3486150"/>
            <a:ext cx="2724150" cy="0"/>
          </a:xfrm>
          <a:prstGeom xmlns:a="http://schemas.openxmlformats.org/drawingml/2006/main" prst="line">
            <a:avLst/>
          </a:prstGeom>
          <a:ln xmlns:a="http://schemas.openxmlformats.org/drawingml/2006/main" w="14288">
            <a:solidFill>
              <a:srgbClr val="2A4663"/>
            </a:solidFill>
            <a:prstDash val="solid"/>
          </a:ln>
        </p:spPr>
      </p:sp>
      <p:sp>
        <p:nvSpPr>
          <p:cNvPr id="23" name="">
            <a:extLst xmlns:a="http://schemas.openxmlformats.org/drawingml/2006/main">
              <a:ext uri="{FF2B5EF4-FFF2-40B4-BE49-F238E27FC236}">
                <a16:creationId xmlns:a16="http://schemas.microsoft.com/office/drawing/2014/main" id="{13CE8B4E-AAB8-4C2F-B134-46B11020DF43}"/>
              </a:ext>
            </a:extLst>
          </p:cNvPr>
          <p:cNvSpPr>
            <a:spLocks xmlns:a="http://schemas.openxmlformats.org/drawingml/2006/main" noGrp="1"/>
          </p:cNvSpPr>
          <p:nvPr/>
        </p:nvSpPr>
        <p:spPr>
          <a:xfrm xmlns:a="http://schemas.openxmlformats.org/drawingml/2006/main">
            <a:off x="4400550" y="13335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F4F8FB"/>
                </a:solidFill>
              </a:defRPr>
            </a:pPr>
            <a:r>
              <a:rPr sz="1875" b="1">
                <a:solidFill>
                  <a:srgbClr val="F4F8FB"/>
                </a:solidFill>
              </a:rPr>
              <a:t>Model roles</a:t>
            </a:r>
          </a:p>
        </p:txBody>
      </p:sp>
      <p:sp>
        <p:nvSpPr>
          <p:cNvPr id="24" name="">
            <a:extLst xmlns:a="http://schemas.openxmlformats.org/drawingml/2006/main">
              <a:ext uri="{FF2B5EF4-FFF2-40B4-BE49-F238E27FC236}">
                <a16:creationId xmlns:a16="http://schemas.microsoft.com/office/drawing/2014/main" id="{D598E1B4-ECAE-47D7-8427-B879084C5BED}"/>
              </a:ext>
            </a:extLst>
          </p:cNvPr>
          <p:cNvSpPr>
            <a:spLocks xmlns:a="http://schemas.openxmlformats.org/drawingml/2006/main" noGrp="1"/>
          </p:cNvSpPr>
          <p:nvPr/>
        </p:nvSpPr>
        <p:spPr>
          <a:xfrm xmlns:a="http://schemas.openxmlformats.org/drawingml/2006/main">
            <a:off x="6162675" y="1657350"/>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A9BACB"/>
                </a:solidFill>
              </a:defRPr>
            </a:pPr>
            <a:r>
              <a:rPr sz="900" b="1">
                <a:solidFill>
                  <a:srgbClr val="A9BACB"/>
                </a:solidFill>
              </a:rPr>
              <a:t>Pre-AURA</a:t>
            </a:r>
          </a:p>
        </p:txBody>
      </p:sp>
      <p:sp>
        <p:nvSpPr>
          <p:cNvPr id="25" name="">
            <a:extLst xmlns:a="http://schemas.openxmlformats.org/drawingml/2006/main">
              <a:ext uri="{FF2B5EF4-FFF2-40B4-BE49-F238E27FC236}">
                <a16:creationId xmlns:a16="http://schemas.microsoft.com/office/drawing/2014/main" id="{39B0FDD0-8252-4867-A701-A6EEEAE79725}"/>
              </a:ext>
            </a:extLst>
          </p:cNvPr>
          <p:cNvSpPr>
            <a:spLocks xmlns:a="http://schemas.openxmlformats.org/drawingml/2006/main" noGrp="1"/>
          </p:cNvSpPr>
          <p:nvPr/>
        </p:nvSpPr>
        <p:spPr>
          <a:xfrm xmlns:a="http://schemas.openxmlformats.org/drawingml/2006/main">
            <a:off x="6972300" y="16573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4CC9F0"/>
                </a:solidFill>
              </a:defRPr>
            </a:pPr>
            <a:r>
              <a:rPr sz="900" b="1">
                <a:solidFill>
                  <a:srgbClr val="4CC9F0"/>
                </a:solidFill>
              </a:rPr>
              <a:t>AURA</a:t>
            </a:r>
          </a:p>
        </p:txBody>
      </p:sp>
      <p:sp>
        <p:nvSpPr>
          <p:cNvPr id="26" name="">
            <a:extLst xmlns:a="http://schemas.openxmlformats.org/drawingml/2006/main">
              <a:ext uri="{FF2B5EF4-FFF2-40B4-BE49-F238E27FC236}">
                <a16:creationId xmlns:a16="http://schemas.microsoft.com/office/drawing/2014/main" id="{EE4AB42D-2A53-42F5-9D51-C115FAC7A98B}"/>
              </a:ext>
            </a:extLst>
          </p:cNvPr>
          <p:cNvSpPr>
            <a:spLocks xmlns:a="http://schemas.openxmlformats.org/drawingml/2006/main" noGrp="1"/>
          </p:cNvSpPr>
          <p:nvPr/>
        </p:nvSpPr>
        <p:spPr>
          <a:xfrm xmlns:a="http://schemas.openxmlformats.org/drawingml/2006/main">
            <a:off x="4667250" y="2014105"/>
            <a:ext cx="266700" cy="1472045"/>
          </a:xfrm>
          <a:prstGeom xmlns:a="http://schemas.openxmlformats.org/drawingml/2006/main" prst="roundRect">
            <a:avLst>
              <a:gd name="adj" fmla="val 7143"/>
            </a:avLst>
          </a:prstGeom>
          <a:solidFill xmlns:a="http://schemas.openxmlformats.org/drawingml/2006/main">
            <a:srgbClr val="6F8499"/>
          </a:solidFill>
          <a:ln xmlns:a="http://schemas.openxmlformats.org/drawingml/2006/main" w="11430">
            <a:solidFill>
              <a:srgbClr val="6F8499"/>
            </a:solidFill>
            <a:prstDash val="solid"/>
          </a:ln>
        </p:spPr>
      </p:sp>
      <p:sp>
        <p:nvSpPr>
          <p:cNvPr id="27" name="">
            <a:extLst xmlns:a="http://schemas.openxmlformats.org/drawingml/2006/main">
              <a:ext uri="{FF2B5EF4-FFF2-40B4-BE49-F238E27FC236}">
                <a16:creationId xmlns:a16="http://schemas.microsoft.com/office/drawing/2014/main" id="{2C18BE20-0558-4AB8-8B6F-F6564075145E}"/>
              </a:ext>
            </a:extLst>
          </p:cNvPr>
          <p:cNvSpPr>
            <a:spLocks xmlns:a="http://schemas.openxmlformats.org/drawingml/2006/main" noGrp="1"/>
          </p:cNvSpPr>
          <p:nvPr/>
        </p:nvSpPr>
        <p:spPr>
          <a:xfrm xmlns:a="http://schemas.openxmlformats.org/drawingml/2006/main">
            <a:off x="5029200" y="2897332"/>
            <a:ext cx="266700" cy="588818"/>
          </a:xfrm>
          <a:prstGeom xmlns:a="http://schemas.openxmlformats.org/drawingml/2006/main" prst="roundRect">
            <a:avLst>
              <a:gd name="adj" fmla="val 7143"/>
            </a:avLst>
          </a:prstGeom>
          <a:solidFill xmlns:a="http://schemas.openxmlformats.org/drawingml/2006/main">
            <a:srgbClr val="4CC9F0"/>
          </a:solidFill>
          <a:ln xmlns:a="http://schemas.openxmlformats.org/drawingml/2006/main" w="11430">
            <a:solidFill>
              <a:srgbClr val="4CC9F0"/>
            </a:solidFill>
            <a:prstDash val="solid"/>
          </a:ln>
        </p:spPr>
      </p:sp>
      <p:sp>
        <p:nvSpPr>
          <p:cNvPr id="28" name="">
            <a:extLst xmlns:a="http://schemas.openxmlformats.org/drawingml/2006/main">
              <a:ext uri="{FF2B5EF4-FFF2-40B4-BE49-F238E27FC236}">
                <a16:creationId xmlns:a16="http://schemas.microsoft.com/office/drawing/2014/main" id="{481E0DB4-0EC4-4935-9C9B-D37C8EBD301D}"/>
              </a:ext>
            </a:extLst>
          </p:cNvPr>
          <p:cNvSpPr>
            <a:spLocks xmlns:a="http://schemas.openxmlformats.org/drawingml/2006/main" noGrp="1"/>
          </p:cNvSpPr>
          <p:nvPr/>
        </p:nvSpPr>
        <p:spPr>
          <a:xfrm xmlns:a="http://schemas.openxmlformats.org/drawingml/2006/main">
            <a:off x="4648200" y="181408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A9BACB"/>
                </a:solidFill>
              </a:defRPr>
            </a:pPr>
            <a:r>
              <a:rPr sz="900" b="1">
                <a:solidFill>
                  <a:srgbClr val="A9BACB"/>
                </a:solidFill>
              </a:rPr>
              <a:t>5</a:t>
            </a:r>
          </a:p>
        </p:txBody>
      </p:sp>
      <p:sp>
        <p:nvSpPr>
          <p:cNvPr id="29" name="">
            <a:extLst xmlns:a="http://schemas.openxmlformats.org/drawingml/2006/main">
              <a:ext uri="{FF2B5EF4-FFF2-40B4-BE49-F238E27FC236}">
                <a16:creationId xmlns:a16="http://schemas.microsoft.com/office/drawing/2014/main" id="{48F5315A-FDC4-4B08-B4BA-1992F02060DB}"/>
              </a:ext>
            </a:extLst>
          </p:cNvPr>
          <p:cNvSpPr>
            <a:spLocks xmlns:a="http://schemas.openxmlformats.org/drawingml/2006/main" noGrp="1"/>
          </p:cNvSpPr>
          <p:nvPr/>
        </p:nvSpPr>
        <p:spPr>
          <a:xfrm xmlns:a="http://schemas.openxmlformats.org/drawingml/2006/main">
            <a:off x="4972050" y="2697307"/>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F4F8FB"/>
                </a:solidFill>
              </a:defRPr>
            </a:pPr>
            <a:r>
              <a:rPr sz="900" b="1">
                <a:solidFill>
                  <a:srgbClr val="F4F8FB"/>
                </a:solidFill>
              </a:rPr>
              <a:t>2</a:t>
            </a:r>
          </a:p>
        </p:txBody>
      </p:sp>
      <p:sp>
        <p:nvSpPr>
          <p:cNvPr id="30" name="">
            <a:extLst xmlns:a="http://schemas.openxmlformats.org/drawingml/2006/main">
              <a:ext uri="{FF2B5EF4-FFF2-40B4-BE49-F238E27FC236}">
                <a16:creationId xmlns:a16="http://schemas.microsoft.com/office/drawing/2014/main" id="{EEF3FF72-5181-4A29-A7EE-3191D630943A}"/>
              </a:ext>
            </a:extLst>
          </p:cNvPr>
          <p:cNvSpPr>
            <a:spLocks xmlns:a="http://schemas.openxmlformats.org/drawingml/2006/main" noGrp="1"/>
          </p:cNvSpPr>
          <p:nvPr/>
        </p:nvSpPr>
        <p:spPr>
          <a:xfrm xmlns:a="http://schemas.openxmlformats.org/drawingml/2006/main">
            <a:off x="4629150" y="361950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A9BACB"/>
                </a:solidFill>
              </a:defRPr>
            </a:pPr>
            <a:r>
              <a:rPr sz="975" b="1">
                <a:solidFill>
                  <a:srgbClr val="A9BACB"/>
                </a:solidFill>
              </a:rPr>
              <a:t>LOW</a:t>
            </a:r>
          </a:p>
        </p:txBody>
      </p:sp>
      <p:sp>
        <p:nvSpPr>
          <p:cNvPr id="31" name="">
            <a:extLst xmlns:a="http://schemas.openxmlformats.org/drawingml/2006/main">
              <a:ext uri="{FF2B5EF4-FFF2-40B4-BE49-F238E27FC236}">
                <a16:creationId xmlns:a16="http://schemas.microsoft.com/office/drawing/2014/main" id="{605D2C7D-9280-4822-9226-F46E38ADEAEF}"/>
              </a:ext>
            </a:extLst>
          </p:cNvPr>
          <p:cNvSpPr>
            <a:spLocks xmlns:a="http://schemas.openxmlformats.org/drawingml/2006/main" noGrp="1"/>
          </p:cNvSpPr>
          <p:nvPr/>
        </p:nvSpPr>
        <p:spPr>
          <a:xfrm xmlns:a="http://schemas.openxmlformats.org/drawingml/2006/main">
            <a:off x="5543550" y="2014105"/>
            <a:ext cx="266700" cy="1472045"/>
          </a:xfrm>
          <a:prstGeom xmlns:a="http://schemas.openxmlformats.org/drawingml/2006/main" prst="roundRect">
            <a:avLst>
              <a:gd name="adj" fmla="val 7143"/>
            </a:avLst>
          </a:prstGeom>
          <a:solidFill xmlns:a="http://schemas.openxmlformats.org/drawingml/2006/main">
            <a:srgbClr val="6F8499"/>
          </a:solidFill>
          <a:ln xmlns:a="http://schemas.openxmlformats.org/drawingml/2006/main" w="11430">
            <a:solidFill>
              <a:srgbClr val="6F8499"/>
            </a:solidFill>
            <a:prstDash val="solid"/>
          </a:ln>
        </p:spPr>
      </p:sp>
      <p:sp>
        <p:nvSpPr>
          <p:cNvPr id="32" name="">
            <a:extLst xmlns:a="http://schemas.openxmlformats.org/drawingml/2006/main">
              <a:ext uri="{FF2B5EF4-FFF2-40B4-BE49-F238E27FC236}">
                <a16:creationId xmlns:a16="http://schemas.microsoft.com/office/drawing/2014/main" id="{89668880-CEF2-4EF0-8327-1524BDEE89E7}"/>
              </a:ext>
            </a:extLst>
          </p:cNvPr>
          <p:cNvSpPr>
            <a:spLocks xmlns:a="http://schemas.openxmlformats.org/drawingml/2006/main" noGrp="1"/>
          </p:cNvSpPr>
          <p:nvPr/>
        </p:nvSpPr>
        <p:spPr>
          <a:xfrm xmlns:a="http://schemas.openxmlformats.org/drawingml/2006/main">
            <a:off x="5905500" y="2602923"/>
            <a:ext cx="266700" cy="883227"/>
          </a:xfrm>
          <a:prstGeom xmlns:a="http://schemas.openxmlformats.org/drawingml/2006/main" prst="roundRect">
            <a:avLst>
              <a:gd name="adj" fmla="val 7143"/>
            </a:avLst>
          </a:prstGeom>
          <a:solidFill xmlns:a="http://schemas.openxmlformats.org/drawingml/2006/main">
            <a:srgbClr val="4CC9F0"/>
          </a:solidFill>
          <a:ln xmlns:a="http://schemas.openxmlformats.org/drawingml/2006/main" w="11430">
            <a:solidFill>
              <a:srgbClr val="4CC9F0"/>
            </a:solidFill>
            <a:prstDash val="solid"/>
          </a:ln>
        </p:spPr>
      </p:sp>
      <p:sp>
        <p:nvSpPr>
          <p:cNvPr id="33" name="">
            <a:extLst xmlns:a="http://schemas.openxmlformats.org/drawingml/2006/main">
              <a:ext uri="{FF2B5EF4-FFF2-40B4-BE49-F238E27FC236}">
                <a16:creationId xmlns:a16="http://schemas.microsoft.com/office/drawing/2014/main" id="{B05E2942-4584-4CE0-93F8-F87AA599FA80}"/>
              </a:ext>
            </a:extLst>
          </p:cNvPr>
          <p:cNvSpPr>
            <a:spLocks xmlns:a="http://schemas.openxmlformats.org/drawingml/2006/main" noGrp="1"/>
          </p:cNvSpPr>
          <p:nvPr/>
        </p:nvSpPr>
        <p:spPr>
          <a:xfrm xmlns:a="http://schemas.openxmlformats.org/drawingml/2006/main">
            <a:off x="5524500" y="181408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A9BACB"/>
                </a:solidFill>
              </a:defRPr>
            </a:pPr>
            <a:r>
              <a:rPr sz="900" b="1">
                <a:solidFill>
                  <a:srgbClr val="A9BACB"/>
                </a:solidFill>
              </a:rPr>
              <a:t>5</a:t>
            </a:r>
          </a:p>
        </p:txBody>
      </p:sp>
      <p:sp>
        <p:nvSpPr>
          <p:cNvPr id="34" name="">
            <a:extLst xmlns:a="http://schemas.openxmlformats.org/drawingml/2006/main">
              <a:ext uri="{FF2B5EF4-FFF2-40B4-BE49-F238E27FC236}">
                <a16:creationId xmlns:a16="http://schemas.microsoft.com/office/drawing/2014/main" id="{1374FBED-BC0D-40FA-A4F3-21CDFDB2C6C6}"/>
              </a:ext>
            </a:extLst>
          </p:cNvPr>
          <p:cNvSpPr>
            <a:spLocks xmlns:a="http://schemas.openxmlformats.org/drawingml/2006/main" noGrp="1"/>
          </p:cNvSpPr>
          <p:nvPr/>
        </p:nvSpPr>
        <p:spPr>
          <a:xfrm xmlns:a="http://schemas.openxmlformats.org/drawingml/2006/main">
            <a:off x="5848350" y="2402898"/>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F4F8FB"/>
                </a:solidFill>
              </a:defRPr>
            </a:pPr>
            <a:r>
              <a:rPr sz="900" b="1">
                <a:solidFill>
                  <a:srgbClr val="F4F8FB"/>
                </a:solidFill>
              </a:rPr>
              <a:t>3</a:t>
            </a:r>
          </a:p>
        </p:txBody>
      </p:sp>
      <p:sp>
        <p:nvSpPr>
          <p:cNvPr id="35" name="">
            <a:extLst xmlns:a="http://schemas.openxmlformats.org/drawingml/2006/main">
              <a:ext uri="{FF2B5EF4-FFF2-40B4-BE49-F238E27FC236}">
                <a16:creationId xmlns:a16="http://schemas.microsoft.com/office/drawing/2014/main" id="{F0C8DB93-E3A3-4AE8-8B2B-C20A0BD19F08}"/>
              </a:ext>
            </a:extLst>
          </p:cNvPr>
          <p:cNvSpPr>
            <a:spLocks xmlns:a="http://schemas.openxmlformats.org/drawingml/2006/main" noGrp="1"/>
          </p:cNvSpPr>
          <p:nvPr/>
        </p:nvSpPr>
        <p:spPr>
          <a:xfrm xmlns:a="http://schemas.openxmlformats.org/drawingml/2006/main">
            <a:off x="5505450" y="361950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A9BACB"/>
                </a:solidFill>
              </a:defRPr>
            </a:pPr>
            <a:r>
              <a:rPr sz="975" b="1">
                <a:solidFill>
                  <a:srgbClr val="A9BACB"/>
                </a:solidFill>
              </a:rPr>
              <a:t>MED</a:t>
            </a:r>
          </a:p>
        </p:txBody>
      </p:sp>
      <p:sp>
        <p:nvSpPr>
          <p:cNvPr id="36" name="">
            <a:extLst xmlns:a="http://schemas.openxmlformats.org/drawingml/2006/main">
              <a:ext uri="{FF2B5EF4-FFF2-40B4-BE49-F238E27FC236}">
                <a16:creationId xmlns:a16="http://schemas.microsoft.com/office/drawing/2014/main" id="{C9115E4B-DB01-417D-9BEB-8EF347B6B15D}"/>
              </a:ext>
            </a:extLst>
          </p:cNvPr>
          <p:cNvSpPr>
            <a:spLocks xmlns:a="http://schemas.openxmlformats.org/drawingml/2006/main" noGrp="1"/>
          </p:cNvSpPr>
          <p:nvPr/>
        </p:nvSpPr>
        <p:spPr>
          <a:xfrm xmlns:a="http://schemas.openxmlformats.org/drawingml/2006/main">
            <a:off x="6419850" y="2014105"/>
            <a:ext cx="266700" cy="1472045"/>
          </a:xfrm>
          <a:prstGeom xmlns:a="http://schemas.openxmlformats.org/drawingml/2006/main" prst="roundRect">
            <a:avLst>
              <a:gd name="adj" fmla="val 7143"/>
            </a:avLst>
          </a:prstGeom>
          <a:solidFill xmlns:a="http://schemas.openxmlformats.org/drawingml/2006/main">
            <a:srgbClr val="6F8499"/>
          </a:solidFill>
          <a:ln xmlns:a="http://schemas.openxmlformats.org/drawingml/2006/main" w="11430">
            <a:solidFill>
              <a:srgbClr val="6F8499"/>
            </a:solidFill>
            <a:prstDash val="solid"/>
          </a:ln>
        </p:spPr>
      </p:sp>
      <p:sp>
        <p:nvSpPr>
          <p:cNvPr id="37" name="">
            <a:extLst xmlns:a="http://schemas.openxmlformats.org/drawingml/2006/main">
              <a:ext uri="{FF2B5EF4-FFF2-40B4-BE49-F238E27FC236}">
                <a16:creationId xmlns:a16="http://schemas.microsoft.com/office/drawing/2014/main" id="{368AC10C-AE81-4768-ADD9-5AADAA13D3E2}"/>
              </a:ext>
            </a:extLst>
          </p:cNvPr>
          <p:cNvSpPr>
            <a:spLocks xmlns:a="http://schemas.openxmlformats.org/drawingml/2006/main" noGrp="1"/>
          </p:cNvSpPr>
          <p:nvPr/>
        </p:nvSpPr>
        <p:spPr>
          <a:xfrm xmlns:a="http://schemas.openxmlformats.org/drawingml/2006/main">
            <a:off x="6781800" y="2014105"/>
            <a:ext cx="266700" cy="1472045"/>
          </a:xfrm>
          <a:prstGeom xmlns:a="http://schemas.openxmlformats.org/drawingml/2006/main" prst="roundRect">
            <a:avLst>
              <a:gd name="adj" fmla="val 7143"/>
            </a:avLst>
          </a:prstGeom>
          <a:solidFill xmlns:a="http://schemas.openxmlformats.org/drawingml/2006/main">
            <a:srgbClr val="4CC9F0"/>
          </a:solidFill>
          <a:ln xmlns:a="http://schemas.openxmlformats.org/drawingml/2006/main" w="11430">
            <a:solidFill>
              <a:srgbClr val="4CC9F0"/>
            </a:solidFill>
            <a:prstDash val="solid"/>
          </a:ln>
        </p:spPr>
      </p:sp>
      <p:sp>
        <p:nvSpPr>
          <p:cNvPr id="38" name="">
            <a:extLst xmlns:a="http://schemas.openxmlformats.org/drawingml/2006/main">
              <a:ext uri="{FF2B5EF4-FFF2-40B4-BE49-F238E27FC236}">
                <a16:creationId xmlns:a16="http://schemas.microsoft.com/office/drawing/2014/main" id="{DA79B6D6-E3E5-419E-B924-559162DDF160}"/>
              </a:ext>
            </a:extLst>
          </p:cNvPr>
          <p:cNvSpPr>
            <a:spLocks xmlns:a="http://schemas.openxmlformats.org/drawingml/2006/main" noGrp="1"/>
          </p:cNvSpPr>
          <p:nvPr/>
        </p:nvSpPr>
        <p:spPr>
          <a:xfrm xmlns:a="http://schemas.openxmlformats.org/drawingml/2006/main">
            <a:off x="6400800" y="181408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A9BACB"/>
                </a:solidFill>
              </a:defRPr>
            </a:pPr>
            <a:r>
              <a:rPr sz="900" b="1">
                <a:solidFill>
                  <a:srgbClr val="A9BACB"/>
                </a:solidFill>
              </a:rPr>
              <a:t>5</a:t>
            </a:r>
          </a:p>
        </p:txBody>
      </p:sp>
      <p:sp>
        <p:nvSpPr>
          <p:cNvPr id="39" name="">
            <a:extLst xmlns:a="http://schemas.openxmlformats.org/drawingml/2006/main">
              <a:ext uri="{FF2B5EF4-FFF2-40B4-BE49-F238E27FC236}">
                <a16:creationId xmlns:a16="http://schemas.microsoft.com/office/drawing/2014/main" id="{BE21B1F4-24B8-4027-8EC5-9FC268E56D35}"/>
              </a:ext>
            </a:extLst>
          </p:cNvPr>
          <p:cNvSpPr>
            <a:spLocks xmlns:a="http://schemas.openxmlformats.org/drawingml/2006/main" noGrp="1"/>
          </p:cNvSpPr>
          <p:nvPr/>
        </p:nvSpPr>
        <p:spPr>
          <a:xfrm xmlns:a="http://schemas.openxmlformats.org/drawingml/2006/main">
            <a:off x="6724650" y="181408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F4F8FB"/>
                </a:solidFill>
              </a:defRPr>
            </a:pPr>
            <a:r>
              <a:rPr sz="900" b="1">
                <a:solidFill>
                  <a:srgbClr val="F4F8FB"/>
                </a:solidFill>
              </a:rPr>
              <a:t>5</a:t>
            </a:r>
          </a:p>
        </p:txBody>
      </p:sp>
      <p:sp>
        <p:nvSpPr>
          <p:cNvPr id="40" name="">
            <a:extLst xmlns:a="http://schemas.openxmlformats.org/drawingml/2006/main">
              <a:ext uri="{FF2B5EF4-FFF2-40B4-BE49-F238E27FC236}">
                <a16:creationId xmlns:a16="http://schemas.microsoft.com/office/drawing/2014/main" id="{C83F5662-D5CE-44FB-8CED-83824044DCBD}"/>
              </a:ext>
            </a:extLst>
          </p:cNvPr>
          <p:cNvSpPr>
            <a:spLocks xmlns:a="http://schemas.openxmlformats.org/drawingml/2006/main" noGrp="1"/>
          </p:cNvSpPr>
          <p:nvPr/>
        </p:nvSpPr>
        <p:spPr>
          <a:xfrm xmlns:a="http://schemas.openxmlformats.org/drawingml/2006/main">
            <a:off x="6381750" y="361950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A9BACB"/>
                </a:solidFill>
              </a:defRPr>
            </a:pPr>
            <a:r>
              <a:rPr sz="975" b="1">
                <a:solidFill>
                  <a:srgbClr val="A9BACB"/>
                </a:solidFill>
              </a:rPr>
              <a:t>HIGH</a:t>
            </a:r>
          </a:p>
        </p:txBody>
      </p:sp>
      <p:sp>
        <p:nvSpPr>
          <p:cNvPr id="41" name="">
            <a:extLst xmlns:a="http://schemas.openxmlformats.org/drawingml/2006/main">
              <a:ext uri="{FF2B5EF4-FFF2-40B4-BE49-F238E27FC236}">
                <a16:creationId xmlns:a16="http://schemas.microsoft.com/office/drawing/2014/main" id="{CCD9BDE7-8280-461B-A71D-F71FAEF8A5E8}"/>
              </a:ext>
            </a:extLst>
          </p:cNvPr>
          <p:cNvSpPr>
            <a:spLocks xmlns:a="http://schemas.openxmlformats.org/drawingml/2006/main" noGrp="1"/>
          </p:cNvSpPr>
          <p:nvPr/>
        </p:nvSpPr>
        <p:spPr>
          <a:xfrm xmlns:a="http://schemas.openxmlformats.org/drawingml/2006/main">
            <a:off x="4572000" y="3486150"/>
            <a:ext cx="2724150" cy="0"/>
          </a:xfrm>
          <a:prstGeom xmlns:a="http://schemas.openxmlformats.org/drawingml/2006/main" prst="line">
            <a:avLst/>
          </a:prstGeom>
          <a:ln xmlns:a="http://schemas.openxmlformats.org/drawingml/2006/main" w="14288">
            <a:solidFill>
              <a:srgbClr val="2A4663"/>
            </a:solidFill>
            <a:prstDash val="solid"/>
          </a:ln>
        </p:spPr>
      </p:sp>
      <p:sp>
        <p:nvSpPr>
          <p:cNvPr id="42" name="">
            <a:extLst xmlns:a="http://schemas.openxmlformats.org/drawingml/2006/main">
              <a:ext uri="{FF2B5EF4-FFF2-40B4-BE49-F238E27FC236}">
                <a16:creationId xmlns:a16="http://schemas.microsoft.com/office/drawing/2014/main" id="{BFDEFCA9-A910-48B2-A38A-6D4107677551}"/>
              </a:ext>
            </a:extLst>
          </p:cNvPr>
          <p:cNvSpPr>
            <a:spLocks xmlns:a="http://schemas.openxmlformats.org/drawingml/2006/main" noGrp="1"/>
          </p:cNvSpPr>
          <p:nvPr/>
        </p:nvSpPr>
        <p:spPr>
          <a:xfrm xmlns:a="http://schemas.openxmlformats.org/drawingml/2006/main">
            <a:off x="8058150" y="13335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F4F8FB"/>
                </a:solidFill>
              </a:defRPr>
            </a:pPr>
            <a:r>
              <a:rPr sz="1875" b="1">
                <a:solidFill>
                  <a:srgbClr val="F4F8FB"/>
                </a:solidFill>
              </a:rPr>
              <a:t>Human checkpoints</a:t>
            </a:r>
          </a:p>
        </p:txBody>
      </p:sp>
      <p:sp>
        <p:nvSpPr>
          <p:cNvPr id="43" name="">
            <a:extLst xmlns:a="http://schemas.openxmlformats.org/drawingml/2006/main">
              <a:ext uri="{FF2B5EF4-FFF2-40B4-BE49-F238E27FC236}">
                <a16:creationId xmlns:a16="http://schemas.microsoft.com/office/drawing/2014/main" id="{0528EEAD-C588-49F2-B725-A2EA8AA4A9A9}"/>
              </a:ext>
            </a:extLst>
          </p:cNvPr>
          <p:cNvSpPr>
            <a:spLocks xmlns:a="http://schemas.openxmlformats.org/drawingml/2006/main" noGrp="1"/>
          </p:cNvSpPr>
          <p:nvPr/>
        </p:nvSpPr>
        <p:spPr>
          <a:xfrm xmlns:a="http://schemas.openxmlformats.org/drawingml/2006/main">
            <a:off x="9820275" y="1657350"/>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A9BACB"/>
                </a:solidFill>
              </a:defRPr>
            </a:pPr>
            <a:r>
              <a:rPr sz="900" b="1">
                <a:solidFill>
                  <a:srgbClr val="A9BACB"/>
                </a:solidFill>
              </a:rPr>
              <a:t>Pre-AURA</a:t>
            </a:r>
          </a:p>
        </p:txBody>
      </p:sp>
      <p:sp>
        <p:nvSpPr>
          <p:cNvPr id="44" name="">
            <a:extLst xmlns:a="http://schemas.openxmlformats.org/drawingml/2006/main">
              <a:ext uri="{FF2B5EF4-FFF2-40B4-BE49-F238E27FC236}">
                <a16:creationId xmlns:a16="http://schemas.microsoft.com/office/drawing/2014/main" id="{B125E19E-FD8E-451E-B466-6469F6B705DB}"/>
              </a:ext>
            </a:extLst>
          </p:cNvPr>
          <p:cNvSpPr>
            <a:spLocks xmlns:a="http://schemas.openxmlformats.org/drawingml/2006/main" noGrp="1"/>
          </p:cNvSpPr>
          <p:nvPr/>
        </p:nvSpPr>
        <p:spPr>
          <a:xfrm xmlns:a="http://schemas.openxmlformats.org/drawingml/2006/main">
            <a:off x="10629900" y="16573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F6C85F"/>
                </a:solidFill>
              </a:defRPr>
            </a:pPr>
            <a:r>
              <a:rPr sz="900" b="1">
                <a:solidFill>
                  <a:srgbClr val="F6C85F"/>
                </a:solidFill>
              </a:rPr>
              <a:t>AURA</a:t>
            </a:r>
          </a:p>
        </p:txBody>
      </p:sp>
      <p:sp>
        <p:nvSpPr>
          <p:cNvPr id="45" name="">
            <a:extLst xmlns:a="http://schemas.openxmlformats.org/drawingml/2006/main">
              <a:ext uri="{FF2B5EF4-FFF2-40B4-BE49-F238E27FC236}">
                <a16:creationId xmlns:a16="http://schemas.microsoft.com/office/drawing/2014/main" id="{D38E30E4-82AE-4EA5-BCA5-79A1311A2AFE}"/>
              </a:ext>
            </a:extLst>
          </p:cNvPr>
          <p:cNvSpPr>
            <a:spLocks xmlns:a="http://schemas.openxmlformats.org/drawingml/2006/main" noGrp="1"/>
          </p:cNvSpPr>
          <p:nvPr/>
        </p:nvSpPr>
        <p:spPr>
          <a:xfrm xmlns:a="http://schemas.openxmlformats.org/drawingml/2006/main">
            <a:off x="8324850" y="2136775"/>
            <a:ext cx="266700" cy="1349375"/>
          </a:xfrm>
          <a:prstGeom xmlns:a="http://schemas.openxmlformats.org/drawingml/2006/main" prst="roundRect">
            <a:avLst>
              <a:gd name="adj" fmla="val 7143"/>
            </a:avLst>
          </a:prstGeom>
          <a:solidFill xmlns:a="http://schemas.openxmlformats.org/drawingml/2006/main">
            <a:srgbClr val="6F8499"/>
          </a:solidFill>
          <a:ln xmlns:a="http://schemas.openxmlformats.org/drawingml/2006/main" w="11430">
            <a:solidFill>
              <a:srgbClr val="6F8499"/>
            </a:solidFill>
            <a:prstDash val="solid"/>
          </a:ln>
        </p:spPr>
      </p:sp>
      <p:sp>
        <p:nvSpPr>
          <p:cNvPr id="46" name="">
            <a:extLst xmlns:a="http://schemas.openxmlformats.org/drawingml/2006/main">
              <a:ext uri="{FF2B5EF4-FFF2-40B4-BE49-F238E27FC236}">
                <a16:creationId xmlns:a16="http://schemas.microsoft.com/office/drawing/2014/main" id="{16E116BC-A87D-43C5-B5A8-DD705F668D7F}"/>
              </a:ext>
            </a:extLst>
          </p:cNvPr>
          <p:cNvSpPr>
            <a:spLocks xmlns:a="http://schemas.openxmlformats.org/drawingml/2006/main" noGrp="1"/>
          </p:cNvSpPr>
          <p:nvPr/>
        </p:nvSpPr>
        <p:spPr>
          <a:xfrm xmlns:a="http://schemas.openxmlformats.org/drawingml/2006/main">
            <a:off x="8686800" y="3448050"/>
            <a:ext cx="266700" cy="38100"/>
          </a:xfrm>
          <a:prstGeom xmlns:a="http://schemas.openxmlformats.org/drawingml/2006/main" prst="roundRect">
            <a:avLst>
              <a:gd name="adj" fmla="val 50000"/>
            </a:avLst>
          </a:prstGeom>
          <a:solidFill xmlns:a="http://schemas.openxmlformats.org/drawingml/2006/main">
            <a:srgbClr val="F6C85F"/>
          </a:solidFill>
          <a:ln xmlns:a="http://schemas.openxmlformats.org/drawingml/2006/main" w="11430">
            <a:solidFill>
              <a:srgbClr val="F6C85F"/>
            </a:solidFill>
            <a:prstDash val="solid"/>
          </a:ln>
        </p:spPr>
      </p:sp>
      <p:sp>
        <p:nvSpPr>
          <p:cNvPr id="47" name="">
            <a:extLst xmlns:a="http://schemas.openxmlformats.org/drawingml/2006/main">
              <a:ext uri="{FF2B5EF4-FFF2-40B4-BE49-F238E27FC236}">
                <a16:creationId xmlns:a16="http://schemas.microsoft.com/office/drawing/2014/main" id="{BDB168A1-9DBE-4AE9-AFC5-7B86771C7EBD}"/>
              </a:ext>
            </a:extLst>
          </p:cNvPr>
          <p:cNvSpPr>
            <a:spLocks xmlns:a="http://schemas.openxmlformats.org/drawingml/2006/main" noGrp="1"/>
          </p:cNvSpPr>
          <p:nvPr/>
        </p:nvSpPr>
        <p:spPr>
          <a:xfrm xmlns:a="http://schemas.openxmlformats.org/drawingml/2006/main">
            <a:off x="8305800" y="19367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A9BACB"/>
                </a:solidFill>
              </a:defRPr>
            </a:pPr>
            <a:r>
              <a:rPr sz="900" b="1">
                <a:solidFill>
                  <a:srgbClr val="A9BACB"/>
                </a:solidFill>
              </a:rPr>
              <a:t>2</a:t>
            </a:r>
          </a:p>
        </p:txBody>
      </p:sp>
      <p:sp>
        <p:nvSpPr>
          <p:cNvPr id="48" name="">
            <a:extLst xmlns:a="http://schemas.openxmlformats.org/drawingml/2006/main">
              <a:ext uri="{FF2B5EF4-FFF2-40B4-BE49-F238E27FC236}">
                <a16:creationId xmlns:a16="http://schemas.microsoft.com/office/drawing/2014/main" id="{EF8D59C5-EDEF-49C9-A7E9-21A937C92CB3}"/>
              </a:ext>
            </a:extLst>
          </p:cNvPr>
          <p:cNvSpPr>
            <a:spLocks xmlns:a="http://schemas.openxmlformats.org/drawingml/2006/main" noGrp="1"/>
          </p:cNvSpPr>
          <p:nvPr/>
        </p:nvSpPr>
        <p:spPr>
          <a:xfrm xmlns:a="http://schemas.openxmlformats.org/drawingml/2006/main">
            <a:off x="8629650" y="3248025"/>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F4F8FB"/>
                </a:solidFill>
              </a:defRPr>
            </a:pPr>
            <a:r>
              <a:rPr sz="900" b="1">
                <a:solidFill>
                  <a:srgbClr val="F4F8FB"/>
                </a:solidFill>
              </a:rPr>
              <a:t>0</a:t>
            </a:r>
          </a:p>
        </p:txBody>
      </p:sp>
      <p:sp>
        <p:nvSpPr>
          <p:cNvPr id="49" name="">
            <a:extLst xmlns:a="http://schemas.openxmlformats.org/drawingml/2006/main">
              <a:ext uri="{FF2B5EF4-FFF2-40B4-BE49-F238E27FC236}">
                <a16:creationId xmlns:a16="http://schemas.microsoft.com/office/drawing/2014/main" id="{F658D9C6-EFCD-4198-9DBC-C085DE492B11}"/>
              </a:ext>
            </a:extLst>
          </p:cNvPr>
          <p:cNvSpPr>
            <a:spLocks xmlns:a="http://schemas.openxmlformats.org/drawingml/2006/main" noGrp="1"/>
          </p:cNvSpPr>
          <p:nvPr/>
        </p:nvSpPr>
        <p:spPr>
          <a:xfrm xmlns:a="http://schemas.openxmlformats.org/drawingml/2006/main">
            <a:off x="8286750" y="361950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A9BACB"/>
                </a:solidFill>
              </a:defRPr>
            </a:pPr>
            <a:r>
              <a:rPr sz="975" b="1">
                <a:solidFill>
                  <a:srgbClr val="A9BACB"/>
                </a:solidFill>
              </a:rPr>
              <a:t>LOW</a:t>
            </a:r>
          </a:p>
        </p:txBody>
      </p:sp>
      <p:sp>
        <p:nvSpPr>
          <p:cNvPr id="50" name="">
            <a:extLst xmlns:a="http://schemas.openxmlformats.org/drawingml/2006/main">
              <a:ext uri="{FF2B5EF4-FFF2-40B4-BE49-F238E27FC236}">
                <a16:creationId xmlns:a16="http://schemas.microsoft.com/office/drawing/2014/main" id="{6BDC47ED-5AC9-4260-AB3A-362D8BA80F24}"/>
              </a:ext>
            </a:extLst>
          </p:cNvPr>
          <p:cNvSpPr>
            <a:spLocks xmlns:a="http://schemas.openxmlformats.org/drawingml/2006/main" noGrp="1"/>
          </p:cNvSpPr>
          <p:nvPr/>
        </p:nvSpPr>
        <p:spPr>
          <a:xfrm xmlns:a="http://schemas.openxmlformats.org/drawingml/2006/main">
            <a:off x="9201150" y="2136775"/>
            <a:ext cx="266700" cy="1349375"/>
          </a:xfrm>
          <a:prstGeom xmlns:a="http://schemas.openxmlformats.org/drawingml/2006/main" prst="roundRect">
            <a:avLst>
              <a:gd name="adj" fmla="val 7143"/>
            </a:avLst>
          </a:prstGeom>
          <a:solidFill xmlns:a="http://schemas.openxmlformats.org/drawingml/2006/main">
            <a:srgbClr val="6F8499"/>
          </a:solidFill>
          <a:ln xmlns:a="http://schemas.openxmlformats.org/drawingml/2006/main" w="11430">
            <a:solidFill>
              <a:srgbClr val="6F8499"/>
            </a:solidFill>
            <a:prstDash val="solid"/>
          </a:ln>
        </p:spPr>
      </p:sp>
      <p:sp>
        <p:nvSpPr>
          <p:cNvPr id="51" name="">
            <a:extLst xmlns:a="http://schemas.openxmlformats.org/drawingml/2006/main">
              <a:ext uri="{FF2B5EF4-FFF2-40B4-BE49-F238E27FC236}">
                <a16:creationId xmlns:a16="http://schemas.microsoft.com/office/drawing/2014/main" id="{478465EC-D277-4824-A2C5-E66650AFDCAE}"/>
              </a:ext>
            </a:extLst>
          </p:cNvPr>
          <p:cNvSpPr>
            <a:spLocks xmlns:a="http://schemas.openxmlformats.org/drawingml/2006/main" noGrp="1"/>
          </p:cNvSpPr>
          <p:nvPr/>
        </p:nvSpPr>
        <p:spPr>
          <a:xfrm xmlns:a="http://schemas.openxmlformats.org/drawingml/2006/main">
            <a:off x="9563100" y="2811462"/>
            <a:ext cx="266700" cy="674688"/>
          </a:xfrm>
          <a:prstGeom xmlns:a="http://schemas.openxmlformats.org/drawingml/2006/main" prst="roundRect">
            <a:avLst>
              <a:gd name="adj" fmla="val 7143"/>
            </a:avLst>
          </a:prstGeom>
          <a:solidFill xmlns:a="http://schemas.openxmlformats.org/drawingml/2006/main">
            <a:srgbClr val="F6C85F"/>
          </a:solidFill>
          <a:ln xmlns:a="http://schemas.openxmlformats.org/drawingml/2006/main" w="11430">
            <a:solidFill>
              <a:srgbClr val="F6C85F"/>
            </a:solidFill>
            <a:prstDash val="solid"/>
          </a:ln>
        </p:spPr>
      </p:sp>
      <p:sp>
        <p:nvSpPr>
          <p:cNvPr id="52" name="">
            <a:extLst xmlns:a="http://schemas.openxmlformats.org/drawingml/2006/main">
              <a:ext uri="{FF2B5EF4-FFF2-40B4-BE49-F238E27FC236}">
                <a16:creationId xmlns:a16="http://schemas.microsoft.com/office/drawing/2014/main" id="{BC43D332-0B88-4AC9-A5FC-59855E64E64F}"/>
              </a:ext>
            </a:extLst>
          </p:cNvPr>
          <p:cNvSpPr>
            <a:spLocks xmlns:a="http://schemas.openxmlformats.org/drawingml/2006/main" noGrp="1"/>
          </p:cNvSpPr>
          <p:nvPr/>
        </p:nvSpPr>
        <p:spPr>
          <a:xfrm xmlns:a="http://schemas.openxmlformats.org/drawingml/2006/main">
            <a:off x="9182100" y="19367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A9BACB"/>
                </a:solidFill>
              </a:defRPr>
            </a:pPr>
            <a:r>
              <a:rPr sz="900" b="1">
                <a:solidFill>
                  <a:srgbClr val="A9BACB"/>
                </a:solidFill>
              </a:rPr>
              <a:t>2</a:t>
            </a:r>
          </a:p>
        </p:txBody>
      </p:sp>
      <p:sp>
        <p:nvSpPr>
          <p:cNvPr id="53" name="">
            <a:extLst xmlns:a="http://schemas.openxmlformats.org/drawingml/2006/main">
              <a:ext uri="{FF2B5EF4-FFF2-40B4-BE49-F238E27FC236}">
                <a16:creationId xmlns:a16="http://schemas.microsoft.com/office/drawing/2014/main" id="{568633BF-77D4-4C6E-8DF7-B510FB76A1CF}"/>
              </a:ext>
            </a:extLst>
          </p:cNvPr>
          <p:cNvSpPr>
            <a:spLocks xmlns:a="http://schemas.openxmlformats.org/drawingml/2006/main" noGrp="1"/>
          </p:cNvSpPr>
          <p:nvPr/>
        </p:nvSpPr>
        <p:spPr>
          <a:xfrm xmlns:a="http://schemas.openxmlformats.org/drawingml/2006/main">
            <a:off x="9505950" y="2611437"/>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F4F8FB"/>
                </a:solidFill>
              </a:defRPr>
            </a:pPr>
            <a:r>
              <a:rPr sz="900" b="1">
                <a:solidFill>
                  <a:srgbClr val="F4F8FB"/>
                </a:solidFill>
              </a:rPr>
              <a:t>1</a:t>
            </a:r>
          </a:p>
        </p:txBody>
      </p:sp>
      <p:sp>
        <p:nvSpPr>
          <p:cNvPr id="54" name="">
            <a:extLst xmlns:a="http://schemas.openxmlformats.org/drawingml/2006/main">
              <a:ext uri="{FF2B5EF4-FFF2-40B4-BE49-F238E27FC236}">
                <a16:creationId xmlns:a16="http://schemas.microsoft.com/office/drawing/2014/main" id="{FAA58ABF-857A-4938-90FA-3CA4E69F4D4D}"/>
              </a:ext>
            </a:extLst>
          </p:cNvPr>
          <p:cNvSpPr>
            <a:spLocks xmlns:a="http://schemas.openxmlformats.org/drawingml/2006/main" noGrp="1"/>
          </p:cNvSpPr>
          <p:nvPr/>
        </p:nvSpPr>
        <p:spPr>
          <a:xfrm xmlns:a="http://schemas.openxmlformats.org/drawingml/2006/main">
            <a:off x="9163050" y="361950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A9BACB"/>
                </a:solidFill>
              </a:defRPr>
            </a:pPr>
            <a:r>
              <a:rPr sz="975" b="1">
                <a:solidFill>
                  <a:srgbClr val="A9BACB"/>
                </a:solidFill>
              </a:rPr>
              <a:t>MED</a:t>
            </a:r>
          </a:p>
        </p:txBody>
      </p:sp>
      <p:sp>
        <p:nvSpPr>
          <p:cNvPr id="55" name="">
            <a:extLst xmlns:a="http://schemas.openxmlformats.org/drawingml/2006/main">
              <a:ext uri="{FF2B5EF4-FFF2-40B4-BE49-F238E27FC236}">
                <a16:creationId xmlns:a16="http://schemas.microsoft.com/office/drawing/2014/main" id="{24967A74-14A4-4F69-983C-69003E412CF1}"/>
              </a:ext>
            </a:extLst>
          </p:cNvPr>
          <p:cNvSpPr>
            <a:spLocks xmlns:a="http://schemas.openxmlformats.org/drawingml/2006/main" noGrp="1"/>
          </p:cNvSpPr>
          <p:nvPr/>
        </p:nvSpPr>
        <p:spPr>
          <a:xfrm xmlns:a="http://schemas.openxmlformats.org/drawingml/2006/main">
            <a:off x="10077450" y="2136775"/>
            <a:ext cx="266700" cy="1349375"/>
          </a:xfrm>
          <a:prstGeom xmlns:a="http://schemas.openxmlformats.org/drawingml/2006/main" prst="roundRect">
            <a:avLst>
              <a:gd name="adj" fmla="val 7143"/>
            </a:avLst>
          </a:prstGeom>
          <a:solidFill xmlns:a="http://schemas.openxmlformats.org/drawingml/2006/main">
            <a:srgbClr val="6F8499"/>
          </a:solidFill>
          <a:ln xmlns:a="http://schemas.openxmlformats.org/drawingml/2006/main" w="11430">
            <a:solidFill>
              <a:srgbClr val="6F8499"/>
            </a:solidFill>
            <a:prstDash val="solid"/>
          </a:ln>
        </p:spPr>
      </p:sp>
      <p:sp>
        <p:nvSpPr>
          <p:cNvPr id="56" name="">
            <a:extLst xmlns:a="http://schemas.openxmlformats.org/drawingml/2006/main">
              <a:ext uri="{FF2B5EF4-FFF2-40B4-BE49-F238E27FC236}">
                <a16:creationId xmlns:a16="http://schemas.microsoft.com/office/drawing/2014/main" id="{F71318F0-FA94-4747-A17F-CA11F04E53DD}"/>
              </a:ext>
            </a:extLst>
          </p:cNvPr>
          <p:cNvSpPr>
            <a:spLocks xmlns:a="http://schemas.openxmlformats.org/drawingml/2006/main" noGrp="1"/>
          </p:cNvSpPr>
          <p:nvPr/>
        </p:nvSpPr>
        <p:spPr>
          <a:xfrm xmlns:a="http://schemas.openxmlformats.org/drawingml/2006/main">
            <a:off x="10439400" y="2136775"/>
            <a:ext cx="266700" cy="1349375"/>
          </a:xfrm>
          <a:prstGeom xmlns:a="http://schemas.openxmlformats.org/drawingml/2006/main" prst="roundRect">
            <a:avLst>
              <a:gd name="adj" fmla="val 7143"/>
            </a:avLst>
          </a:prstGeom>
          <a:solidFill xmlns:a="http://schemas.openxmlformats.org/drawingml/2006/main">
            <a:srgbClr val="F6C85F"/>
          </a:solidFill>
          <a:ln xmlns:a="http://schemas.openxmlformats.org/drawingml/2006/main" w="11430">
            <a:solidFill>
              <a:srgbClr val="F6C85F"/>
            </a:solidFill>
            <a:prstDash val="solid"/>
          </a:ln>
        </p:spPr>
      </p:sp>
      <p:sp>
        <p:nvSpPr>
          <p:cNvPr id="57" name="">
            <a:extLst xmlns:a="http://schemas.openxmlformats.org/drawingml/2006/main">
              <a:ext uri="{FF2B5EF4-FFF2-40B4-BE49-F238E27FC236}">
                <a16:creationId xmlns:a16="http://schemas.microsoft.com/office/drawing/2014/main" id="{FCF4F4AA-1EC7-480E-98C8-53D21DED9BB7}"/>
              </a:ext>
            </a:extLst>
          </p:cNvPr>
          <p:cNvSpPr>
            <a:spLocks xmlns:a="http://schemas.openxmlformats.org/drawingml/2006/main" noGrp="1"/>
          </p:cNvSpPr>
          <p:nvPr/>
        </p:nvSpPr>
        <p:spPr>
          <a:xfrm xmlns:a="http://schemas.openxmlformats.org/drawingml/2006/main">
            <a:off x="10058400" y="19367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A9BACB"/>
                </a:solidFill>
              </a:defRPr>
            </a:pPr>
            <a:r>
              <a:rPr sz="900" b="1">
                <a:solidFill>
                  <a:srgbClr val="A9BACB"/>
                </a:solidFill>
              </a:rPr>
              <a:t>2</a:t>
            </a:r>
          </a:p>
        </p:txBody>
      </p:sp>
      <p:sp>
        <p:nvSpPr>
          <p:cNvPr id="58" name="">
            <a:extLst xmlns:a="http://schemas.openxmlformats.org/drawingml/2006/main">
              <a:ext uri="{FF2B5EF4-FFF2-40B4-BE49-F238E27FC236}">
                <a16:creationId xmlns:a16="http://schemas.microsoft.com/office/drawing/2014/main" id="{F9103F89-2032-4305-9004-766362D5C54F}"/>
              </a:ext>
            </a:extLst>
          </p:cNvPr>
          <p:cNvSpPr>
            <a:spLocks xmlns:a="http://schemas.openxmlformats.org/drawingml/2006/main" noGrp="1"/>
          </p:cNvSpPr>
          <p:nvPr/>
        </p:nvSpPr>
        <p:spPr>
          <a:xfrm xmlns:a="http://schemas.openxmlformats.org/drawingml/2006/main">
            <a:off x="10382250" y="19367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F4F8FB"/>
                </a:solidFill>
              </a:defRPr>
            </a:pPr>
            <a:r>
              <a:rPr sz="900" b="1">
                <a:solidFill>
                  <a:srgbClr val="F4F8FB"/>
                </a:solidFill>
              </a:rPr>
              <a:t>2</a:t>
            </a:r>
          </a:p>
        </p:txBody>
      </p:sp>
      <p:sp>
        <p:nvSpPr>
          <p:cNvPr id="59" name="">
            <a:extLst xmlns:a="http://schemas.openxmlformats.org/drawingml/2006/main">
              <a:ext uri="{FF2B5EF4-FFF2-40B4-BE49-F238E27FC236}">
                <a16:creationId xmlns:a16="http://schemas.microsoft.com/office/drawing/2014/main" id="{94690817-63A9-4077-ACF1-16690DC91B2E}"/>
              </a:ext>
            </a:extLst>
          </p:cNvPr>
          <p:cNvSpPr>
            <a:spLocks xmlns:a="http://schemas.openxmlformats.org/drawingml/2006/main" noGrp="1"/>
          </p:cNvSpPr>
          <p:nvPr/>
        </p:nvSpPr>
        <p:spPr>
          <a:xfrm xmlns:a="http://schemas.openxmlformats.org/drawingml/2006/main">
            <a:off x="10039350" y="361950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A9BACB"/>
                </a:solidFill>
              </a:defRPr>
            </a:pPr>
            <a:r>
              <a:rPr sz="975" b="1">
                <a:solidFill>
                  <a:srgbClr val="A9BACB"/>
                </a:solidFill>
              </a:rPr>
              <a:t>HIGH</a:t>
            </a:r>
          </a:p>
        </p:txBody>
      </p:sp>
      <p:sp>
        <p:nvSpPr>
          <p:cNvPr id="60" name="">
            <a:extLst xmlns:a="http://schemas.openxmlformats.org/drawingml/2006/main">
              <a:ext uri="{FF2B5EF4-FFF2-40B4-BE49-F238E27FC236}">
                <a16:creationId xmlns:a16="http://schemas.microsoft.com/office/drawing/2014/main" id="{79E49C3E-58C3-4B22-B8E2-A594C51C4CC1}"/>
              </a:ext>
            </a:extLst>
          </p:cNvPr>
          <p:cNvSpPr>
            <a:spLocks xmlns:a="http://schemas.openxmlformats.org/drawingml/2006/main" noGrp="1"/>
          </p:cNvSpPr>
          <p:nvPr/>
        </p:nvSpPr>
        <p:spPr>
          <a:xfrm xmlns:a="http://schemas.openxmlformats.org/drawingml/2006/main">
            <a:off x="8229600" y="3486150"/>
            <a:ext cx="2724150" cy="0"/>
          </a:xfrm>
          <a:prstGeom xmlns:a="http://schemas.openxmlformats.org/drawingml/2006/main" prst="line">
            <a:avLst/>
          </a:prstGeom>
          <a:ln xmlns:a="http://schemas.openxmlformats.org/drawingml/2006/main" w="14288">
            <a:solidFill>
              <a:srgbClr val="2A4663"/>
            </a:solidFill>
            <a:prstDash val="solid"/>
          </a:ln>
        </p:spPr>
      </p:sp>
      <p:pic>
        <p:nvPicPr>
          <p:cNvPr id="132" name=""/>
          <p:cNvPicPr>
            <a:picLocks xmlns:a="http://schemas.openxmlformats.org/drawingml/2006/main" noChangeAspect="1"/>
          </p:cNvPicPr>
          <p:nvPr/>
        </p:nvPicPr>
        <p:blipFill>
          <a:blip xmlns:r="http://schemas.openxmlformats.org/officeDocument/2006/relationships" xmlns:a="http://schemas.openxmlformats.org/drawingml/2006/main" r:embed="R467624fcef0e4eee"/>
          <a:stretch xmlns:a="http://schemas.openxmlformats.org/drawingml/2006/main"/>
        </p:blipFill>
        <p:spPr>
          <a:xfrm xmlns:a="http://schemas.openxmlformats.org/drawingml/2006/main">
            <a:off x="12201525" y="6869609"/>
            <a:ext cx="9525" cy="5358"/>
          </a:xfrm>
          <a:prstGeom xmlns:a="http://schemas.openxmlformats.org/drawingml/2006/main" prst="rect">
            <a:avLst/>
          </a:prstGeom>
        </p:spPr>
      </p:pic>
      <p:pic>
        <p:nvPicPr>
          <p:cNvPr id="133" name=""/>
          <p:cNvPicPr>
            <a:picLocks xmlns:a="http://schemas.openxmlformats.org/drawingml/2006/main" noChangeAspect="1"/>
          </p:cNvPicPr>
          <p:nvPr/>
        </p:nvPicPr>
        <p:blipFill>
          <a:blip xmlns:r="http://schemas.openxmlformats.org/officeDocument/2006/relationships" xmlns:a="http://schemas.openxmlformats.org/drawingml/2006/main" r:embed="R74cdafc8b9ff4a56"/>
          <a:stretch xmlns:a="http://schemas.openxmlformats.org/drawingml/2006/main"/>
        </p:blipFill>
        <p:spPr>
          <a:xfrm xmlns:a="http://schemas.openxmlformats.org/drawingml/2006/main">
            <a:off x="12201525" y="6869609"/>
            <a:ext cx="9525" cy="5358"/>
          </a:xfrm>
          <a:prstGeom xmlns:a="http://schemas.openxmlformats.org/drawingml/2006/main" prst="rect">
            <a:avLst/>
          </a:prstGeom>
        </p:spPr>
      </p:pic>
      <p:pic>
        <p:nvPicPr>
          <p:cNvPr id="134" name=""/>
          <p:cNvPicPr>
            <a:picLocks xmlns:a="http://schemas.openxmlformats.org/drawingml/2006/main" noChangeAspect="1"/>
          </p:cNvPicPr>
          <p:nvPr/>
        </p:nvPicPr>
        <p:blipFill>
          <a:blip xmlns:r="http://schemas.openxmlformats.org/officeDocument/2006/relationships" xmlns:a="http://schemas.openxmlformats.org/drawingml/2006/main" r:embed="Ra223037f9b23416c"/>
          <a:stretch xmlns:a="http://schemas.openxmlformats.org/drawingml/2006/main"/>
        </p:blipFill>
        <p:spPr>
          <a:xfrm xmlns:a="http://schemas.openxmlformats.org/drawingml/2006/main">
            <a:off x="12201525" y="6869609"/>
            <a:ext cx="9525" cy="5358"/>
          </a:xfrm>
          <a:prstGeom xmlns:a="http://schemas.openxmlformats.org/drawingml/2006/main" prst="rect">
            <a:avLst/>
          </a:prstGeom>
        </p:spPr>
      </p:pic>
      <p:sp>
        <p:nvSpPr>
          <p:cNvPr id="64" name="">
            <a:extLst xmlns:a="http://schemas.openxmlformats.org/drawingml/2006/main">
              <a:ext uri="{FF2B5EF4-FFF2-40B4-BE49-F238E27FC236}">
                <a16:creationId xmlns:a16="http://schemas.microsoft.com/office/drawing/2014/main" id="{6D02E9F0-6059-4384-94E2-E51CDA56F3F8}"/>
              </a:ext>
            </a:extLst>
          </p:cNvPr>
          <p:cNvSpPr>
            <a:spLocks xmlns:a="http://schemas.openxmlformats.org/drawingml/2006/main" noGrp="1"/>
          </p:cNvSpPr>
          <p:nvPr/>
        </p:nvSpPr>
        <p:spPr>
          <a:xfrm xmlns:a="http://schemas.openxmlformats.org/drawingml/2006/main">
            <a:off x="1095375" y="4953000"/>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7BD88F"/>
                </a:solidFill>
              </a:defRPr>
            </a:pPr>
            <a:r>
              <a:rPr sz="2550" b="1">
                <a:solidFill>
                  <a:srgbClr val="7BD88F"/>
                </a:solidFill>
              </a:rPr>
              <a:t>19.22%</a:t>
            </a:r>
          </a:p>
        </p:txBody>
      </p:sp>
      <p:sp>
        <p:nvSpPr>
          <p:cNvPr id="65" name="">
            <a:extLst xmlns:a="http://schemas.openxmlformats.org/drawingml/2006/main">
              <a:ext uri="{FF2B5EF4-FFF2-40B4-BE49-F238E27FC236}">
                <a16:creationId xmlns:a16="http://schemas.microsoft.com/office/drawing/2014/main" id="{0AD1206E-5732-422F-B8FB-C7CF0CB12C18}"/>
              </a:ext>
            </a:extLst>
          </p:cNvPr>
          <p:cNvSpPr>
            <a:spLocks xmlns:a="http://schemas.openxmlformats.org/drawingml/2006/main" noGrp="1"/>
          </p:cNvSpPr>
          <p:nvPr/>
        </p:nvSpPr>
        <p:spPr>
          <a:xfrm xmlns:a="http://schemas.openxmlformats.org/drawingml/2006/main">
            <a:off x="1095375" y="53530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0">
                <a:solidFill>
                  <a:srgbClr val="A9BACB"/>
                </a:solidFill>
              </a:defRPr>
            </a:pPr>
            <a:r>
              <a:rPr sz="1425" b="0">
                <a:solidFill>
                  <a:srgbClr val="A9BACB"/>
                </a:solidFill>
              </a:rPr>
              <a:t>cost reduction</a:t>
            </a:r>
          </a:p>
        </p:txBody>
      </p:sp>
      <p:sp>
        <p:nvSpPr>
          <p:cNvPr id="66" name="">
            <a:extLst xmlns:a="http://schemas.openxmlformats.org/drawingml/2006/main">
              <a:ext uri="{FF2B5EF4-FFF2-40B4-BE49-F238E27FC236}">
                <a16:creationId xmlns:a16="http://schemas.microsoft.com/office/drawing/2014/main" id="{4C0DB9CE-7383-4971-99E8-53A699809064}"/>
              </a:ext>
            </a:extLst>
          </p:cNvPr>
          <p:cNvSpPr>
            <a:spLocks xmlns:a="http://schemas.openxmlformats.org/drawingml/2006/main" noGrp="1"/>
          </p:cNvSpPr>
          <p:nvPr/>
        </p:nvSpPr>
        <p:spPr>
          <a:xfrm xmlns:a="http://schemas.openxmlformats.org/drawingml/2006/main">
            <a:off x="3762375" y="4953000"/>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7BD88F"/>
                </a:solidFill>
              </a:defRPr>
            </a:pPr>
            <a:r>
              <a:rPr sz="2550" b="1">
                <a:solidFill>
                  <a:srgbClr val="7BD88F"/>
                </a:solidFill>
              </a:rPr>
              <a:t>33.33%</a:t>
            </a:r>
          </a:p>
        </p:txBody>
      </p:sp>
      <p:sp>
        <p:nvSpPr>
          <p:cNvPr id="67" name="">
            <a:extLst xmlns:a="http://schemas.openxmlformats.org/drawingml/2006/main">
              <a:ext uri="{FF2B5EF4-FFF2-40B4-BE49-F238E27FC236}">
                <a16:creationId xmlns:a16="http://schemas.microsoft.com/office/drawing/2014/main" id="{ED3E4B39-CBCE-48C8-A661-05E3637CBA8A}"/>
              </a:ext>
            </a:extLst>
          </p:cNvPr>
          <p:cNvSpPr>
            <a:spLocks xmlns:a="http://schemas.openxmlformats.org/drawingml/2006/main" noGrp="1"/>
          </p:cNvSpPr>
          <p:nvPr/>
        </p:nvSpPr>
        <p:spPr>
          <a:xfrm xmlns:a="http://schemas.openxmlformats.org/drawingml/2006/main">
            <a:off x="3762375" y="53530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0">
                <a:solidFill>
                  <a:srgbClr val="A9BACB"/>
                </a:solidFill>
              </a:defRPr>
            </a:pPr>
            <a:r>
              <a:rPr sz="1425" b="0">
                <a:solidFill>
                  <a:srgbClr val="A9BACB"/>
                </a:solidFill>
              </a:rPr>
              <a:t>fewer model roles</a:t>
            </a:r>
          </a:p>
        </p:txBody>
      </p:sp>
      <p:sp>
        <p:nvSpPr>
          <p:cNvPr id="68" name="">
            <a:extLst xmlns:a="http://schemas.openxmlformats.org/drawingml/2006/main">
              <a:ext uri="{FF2B5EF4-FFF2-40B4-BE49-F238E27FC236}">
                <a16:creationId xmlns:a16="http://schemas.microsoft.com/office/drawing/2014/main" id="{5C2E8B82-C3E9-470F-9FFA-BB4A4D05BD2A}"/>
              </a:ext>
            </a:extLst>
          </p:cNvPr>
          <p:cNvSpPr>
            <a:spLocks xmlns:a="http://schemas.openxmlformats.org/drawingml/2006/main" noGrp="1"/>
          </p:cNvSpPr>
          <p:nvPr/>
        </p:nvSpPr>
        <p:spPr>
          <a:xfrm xmlns:a="http://schemas.openxmlformats.org/drawingml/2006/main">
            <a:off x="6429375" y="4953000"/>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7BD88F"/>
                </a:solidFill>
              </a:defRPr>
            </a:pPr>
            <a:r>
              <a:rPr sz="2550" b="1">
                <a:solidFill>
                  <a:srgbClr val="7BD88F"/>
                </a:solidFill>
              </a:rPr>
              <a:t>50%</a:t>
            </a:r>
          </a:p>
        </p:txBody>
      </p:sp>
      <p:sp>
        <p:nvSpPr>
          <p:cNvPr id="69" name="">
            <a:extLst xmlns:a="http://schemas.openxmlformats.org/drawingml/2006/main">
              <a:ext uri="{FF2B5EF4-FFF2-40B4-BE49-F238E27FC236}">
                <a16:creationId xmlns:a16="http://schemas.microsoft.com/office/drawing/2014/main" id="{BFC8F6AC-4B95-407A-B66C-1CF95B28EEC9}"/>
              </a:ext>
            </a:extLst>
          </p:cNvPr>
          <p:cNvSpPr>
            <a:spLocks xmlns:a="http://schemas.openxmlformats.org/drawingml/2006/main" noGrp="1"/>
          </p:cNvSpPr>
          <p:nvPr/>
        </p:nvSpPr>
        <p:spPr>
          <a:xfrm xmlns:a="http://schemas.openxmlformats.org/drawingml/2006/main">
            <a:off x="6429375" y="53530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0">
                <a:solidFill>
                  <a:srgbClr val="A9BACB"/>
                </a:solidFill>
              </a:defRPr>
            </a:pPr>
            <a:r>
              <a:rPr sz="1425" b="0">
                <a:solidFill>
                  <a:srgbClr val="A9BACB"/>
                </a:solidFill>
              </a:rPr>
              <a:t>fewer human checkpoints</a:t>
            </a:r>
          </a:p>
        </p:txBody>
      </p:sp>
      <p:sp>
        <p:nvSpPr>
          <p:cNvPr id="70" name="">
            <a:extLst xmlns:a="http://schemas.openxmlformats.org/drawingml/2006/main">
              <a:ext uri="{FF2B5EF4-FFF2-40B4-BE49-F238E27FC236}">
                <a16:creationId xmlns:a16="http://schemas.microsoft.com/office/drawing/2014/main" id="{1E6D73CC-0B4C-4A66-AEDD-3F5B76FB5B35}"/>
              </a:ext>
            </a:extLst>
          </p:cNvPr>
          <p:cNvSpPr>
            <a:spLocks xmlns:a="http://schemas.openxmlformats.org/drawingml/2006/main" noGrp="1"/>
          </p:cNvSpPr>
          <p:nvPr/>
        </p:nvSpPr>
        <p:spPr>
          <a:xfrm xmlns:a="http://schemas.openxmlformats.org/drawingml/2006/main">
            <a:off x="9096375" y="4953000"/>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B08CFF"/>
                </a:solidFill>
              </a:defRPr>
            </a:pPr>
            <a:r>
              <a:rPr sz="2100" b="1">
                <a:solidFill>
                  <a:srgbClr val="B08CFF"/>
                </a:solidFill>
              </a:rPr>
              <a:t>44/48 -&gt; 48/48</a:t>
            </a:r>
          </a:p>
        </p:txBody>
      </p:sp>
      <p:sp>
        <p:nvSpPr>
          <p:cNvPr id="71" name="">
            <a:extLst xmlns:a="http://schemas.openxmlformats.org/drawingml/2006/main">
              <a:ext uri="{FF2B5EF4-FFF2-40B4-BE49-F238E27FC236}">
                <a16:creationId xmlns:a16="http://schemas.microsoft.com/office/drawing/2014/main" id="{67B119FE-AAE6-47B9-BE39-9E9251773189}"/>
              </a:ext>
            </a:extLst>
          </p:cNvPr>
          <p:cNvSpPr>
            <a:spLocks xmlns:a="http://schemas.openxmlformats.org/drawingml/2006/main" noGrp="1"/>
          </p:cNvSpPr>
          <p:nvPr/>
        </p:nvSpPr>
        <p:spPr>
          <a:xfrm xmlns:a="http://schemas.openxmlformats.org/drawingml/2006/main">
            <a:off x="9096375" y="53530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0">
                <a:solidFill>
                  <a:srgbClr val="A9BACB"/>
                </a:solidFill>
              </a:defRPr>
            </a:pPr>
            <a:r>
              <a:rPr sz="1425" b="0">
                <a:solidFill>
                  <a:srgbClr val="A9BACB"/>
                </a:solidFill>
              </a:rPr>
              <a:t>quality improved</a:t>
            </a:r>
          </a:p>
        </p:txBody>
      </p:sp>
    </p:spTree>
    <p:extLst>
      <p:ext uri="{BB962C8B-B14F-4D97-AF65-F5344CB8AC3E}">
        <p14:creationId xmlns:p14="http://schemas.microsoft.com/office/powerpoint/2010/main" val="349358355"/>
      </p:ext>
    </p:extLst>
  </p:cSld>
</p:sld>
</file>

<file path=ppt/slides/slide7.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CDD6ABC-975E-4721-BC4C-8559D0394CA2}"/>
              </a:ext>
            </a:extLst>
          </p:cNvPr>
          <p:cNvSpPr>
            <a:spLocks xmlns:a="http://schemas.openxmlformats.org/drawingml/2006/main" noGrp="1"/>
          </p:cNvSpPr>
          <p:nvPr/>
        </p:nvSpPr>
        <p:spPr>
          <a:xfrm xmlns:a="http://schemas.openxmlformats.org/drawingml/2006/main">
            <a:off x="666750" y="323850"/>
            <a:ext cx="971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4F8FB"/>
                </a:solidFill>
              </a:defRPr>
            </a:pPr>
            <a:r>
              <a:rPr sz="2850" b="1">
                <a:solidFill>
                  <a:srgbClr val="F4F8FB"/>
                </a:solidFill>
              </a:rPr>
              <a:t>Governance stopped a real overreach attempt</a:t>
            </a:r>
          </a:p>
        </p:txBody>
      </p:sp>
      <p:sp>
        <p:nvSpPr>
          <p:cNvPr id="2" name="">
            <a:extLst xmlns:a="http://schemas.openxmlformats.org/drawingml/2006/main">
              <a:ext uri="{FF2B5EF4-FFF2-40B4-BE49-F238E27FC236}">
                <a16:creationId xmlns:a16="http://schemas.microsoft.com/office/drawing/2014/main" id="{37E7D5B4-B11C-427E-AF39-44D881D77016}"/>
              </a:ext>
            </a:extLst>
          </p:cNvPr>
          <p:cNvSpPr>
            <a:spLocks xmlns:a="http://schemas.openxmlformats.org/drawingml/2006/main" noGrp="1"/>
          </p:cNvSpPr>
          <p:nvPr/>
        </p:nvSpPr>
        <p:spPr>
          <a:xfrm xmlns:a="http://schemas.openxmlformats.org/drawingml/2006/main">
            <a:off x="666750" y="876300"/>
            <a:ext cx="981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A9BACB"/>
                </a:solidFill>
              </a:defRPr>
            </a:pPr>
            <a:r>
              <a:rPr sz="1350" b="0">
                <a:solidFill>
                  <a:srgbClr val="A9BACB"/>
                </a:solidFill>
              </a:rPr>
              <a:t>The runtime denied a Project-Manager-only action from an implementer.</a:t>
            </a:r>
          </a:p>
        </p:txBody>
      </p:sp>
      <p:sp>
        <p:nvSpPr>
          <p:cNvPr id="3" name="">
            <a:extLst xmlns:a="http://schemas.openxmlformats.org/drawingml/2006/main">
              <a:ext uri="{FF2B5EF4-FFF2-40B4-BE49-F238E27FC236}">
                <a16:creationId xmlns:a16="http://schemas.microsoft.com/office/drawing/2014/main" id="{67F4FB5F-D0AD-47D1-B794-F51E2851F8FC}"/>
              </a:ext>
            </a:extLst>
          </p:cNvPr>
          <p:cNvSpPr>
            <a:spLocks xmlns:a="http://schemas.openxmlformats.org/drawingml/2006/main" noGrp="1"/>
          </p:cNvSpPr>
          <p:nvPr/>
        </p:nvSpPr>
        <p:spPr>
          <a:xfrm xmlns:a="http://schemas.openxmlformats.org/drawingml/2006/main">
            <a:off x="11049000" y="61912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6F8499"/>
                </a:solidFill>
              </a:defRPr>
            </a:pPr>
            <a:r>
              <a:rPr sz="1200" b="1">
                <a:solidFill>
                  <a:srgbClr val="6F8499"/>
                </a:solidFill>
              </a:rPr>
              <a:t>07</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8c04cf299ad4e44"/>
          <a:stretch xmlns:a="http://schemas.openxmlformats.org/drawingml/2006/main"/>
        </p:blipFill>
        <p:spPr>
          <a:xfrm xmlns:a="http://schemas.openxmlformats.org/drawingml/2006/main">
            <a:off x="933450" y="1416844"/>
            <a:ext cx="6477000" cy="364331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36EA771-6069-4ACE-A9CC-0CCB1987FBF9}"/>
              </a:ext>
            </a:extLst>
          </p:cNvPr>
          <p:cNvSpPr>
            <a:spLocks xmlns:a="http://schemas.openxmlformats.org/drawingml/2006/main" noGrp="1"/>
          </p:cNvSpPr>
          <p:nvPr/>
        </p:nvSpPr>
        <p:spPr>
          <a:xfrm xmlns:a="http://schemas.openxmlformats.org/drawingml/2006/main">
            <a:off x="7905750" y="166687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6B6B"/>
                </a:solidFill>
              </a:defRPr>
            </a:pPr>
            <a:r>
              <a:rPr sz="2100" b="1">
                <a:solidFill>
                  <a:srgbClr val="FF6B6B"/>
                </a:solidFill>
              </a:rPr>
              <a:t>Sanitized denial</a:t>
            </a:r>
          </a:p>
        </p:txBody>
      </p:sp>
      <p:sp>
        <p:nvSpPr>
          <p:cNvPr id="6" name="">
            <a:extLst xmlns:a="http://schemas.openxmlformats.org/drawingml/2006/main">
              <a:ext uri="{FF2B5EF4-FFF2-40B4-BE49-F238E27FC236}">
                <a16:creationId xmlns:a16="http://schemas.microsoft.com/office/drawing/2014/main" id="{397757E2-6974-477A-8A25-24166347F61E}"/>
              </a:ext>
            </a:extLst>
          </p:cNvPr>
          <p:cNvSpPr>
            <a:spLocks xmlns:a="http://schemas.openxmlformats.org/drawingml/2006/main" noGrp="1"/>
          </p:cNvSpPr>
          <p:nvPr/>
        </p:nvSpPr>
        <p:spPr>
          <a:xfrm xmlns:a="http://schemas.openxmlformats.org/drawingml/2006/main">
            <a:off x="7905750" y="2190750"/>
            <a:ext cx="2952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F4F8FB"/>
                </a:solidFill>
              </a:defRPr>
            </a:pPr>
            <a:r>
              <a:rPr sz="1800" b="0">
                <a:solidFill>
                  <a:srgbClr val="F4F8FB"/>
                </a:solidFill>
              </a:rPr>
              <a:t>Authorization error: role 'implementer' is not on the allow-list for task_tracker. Allowed roles: ['project-manager'].</a:t>
            </a:r>
          </a:p>
        </p:txBody>
      </p:sp>
      <p:sp>
        <p:nvSpPr>
          <p:cNvPr id="7" name="">
            <a:extLst xmlns:a="http://schemas.openxmlformats.org/drawingml/2006/main">
              <a:ext uri="{FF2B5EF4-FFF2-40B4-BE49-F238E27FC236}">
                <a16:creationId xmlns:a16="http://schemas.microsoft.com/office/drawing/2014/main" id="{C5936023-80AF-4F6F-9A71-50C43FC6DA5E}"/>
              </a:ext>
            </a:extLst>
          </p:cNvPr>
          <p:cNvSpPr>
            <a:spLocks xmlns:a="http://schemas.openxmlformats.org/drawingml/2006/main" noGrp="1"/>
          </p:cNvSpPr>
          <p:nvPr/>
        </p:nvSpPr>
        <p:spPr>
          <a:xfrm xmlns:a="http://schemas.openxmlformats.org/drawingml/2006/main">
            <a:off x="7905750" y="4095750"/>
            <a:ext cx="314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A9BACB"/>
                </a:solidFill>
              </a:defRPr>
            </a:pPr>
            <a:r>
              <a:rPr sz="1800" b="0">
                <a:solidFill>
                  <a:srgbClr val="A9BACB"/>
                </a:solidFill>
              </a:rPr>
              <a:t>This matters because the role that changes files cannot also mark the work complete.</a:t>
            </a:r>
          </a:p>
        </p:txBody>
      </p:sp>
    </p:spTree>
    <p:extLst>
      <p:ext uri="{BB962C8B-B14F-4D97-AF65-F5344CB8AC3E}">
        <p14:creationId xmlns:p14="http://schemas.microsoft.com/office/powerpoint/2010/main" val="1068661775"/>
      </p:ext>
    </p:extLst>
  </p:cSld>
</p:sld>
</file>

<file path=ppt/slides/slide8.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DE2BD8-7222-41E2-B728-72852C0E45BA}"/>
              </a:ext>
            </a:extLst>
          </p:cNvPr>
          <p:cNvSpPr>
            <a:spLocks xmlns:a="http://schemas.openxmlformats.org/drawingml/2006/main" noGrp="1"/>
          </p:cNvSpPr>
          <p:nvPr/>
        </p:nvSpPr>
        <p:spPr>
          <a:xfrm xmlns:a="http://schemas.openxmlformats.org/drawingml/2006/main">
            <a:off x="666750" y="323850"/>
            <a:ext cx="971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4F8FB"/>
                </a:solidFill>
              </a:defRPr>
            </a:pPr>
            <a:r>
              <a:rPr sz="2850" b="1">
                <a:solidFill>
                  <a:srgbClr val="F4F8FB"/>
                </a:solidFill>
              </a:rPr>
              <a:t>CI made the engineering gates visible</a:t>
            </a:r>
          </a:p>
        </p:txBody>
      </p:sp>
      <p:sp>
        <p:nvSpPr>
          <p:cNvPr id="2" name="">
            <a:extLst xmlns:a="http://schemas.openxmlformats.org/drawingml/2006/main">
              <a:ext uri="{FF2B5EF4-FFF2-40B4-BE49-F238E27FC236}">
                <a16:creationId xmlns:a16="http://schemas.microsoft.com/office/drawing/2014/main" id="{5CC8A4E4-6479-4C7C-A6A3-58243DF3E8DA}"/>
              </a:ext>
            </a:extLst>
          </p:cNvPr>
          <p:cNvSpPr>
            <a:spLocks xmlns:a="http://schemas.openxmlformats.org/drawingml/2006/main" noGrp="1"/>
          </p:cNvSpPr>
          <p:nvPr/>
        </p:nvSpPr>
        <p:spPr>
          <a:xfrm xmlns:a="http://schemas.openxmlformats.org/drawingml/2006/main">
            <a:off x="666750" y="876300"/>
            <a:ext cx="981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A9BACB"/>
                </a:solidFill>
              </a:defRPr>
            </a:pPr>
            <a:r>
              <a:rPr sz="1350" b="0">
                <a:solidFill>
                  <a:srgbClr val="A9BACB"/>
                </a:solidFill>
              </a:rPr>
              <a:t>A verified green CI run captured the submission-package evidence.</a:t>
            </a:r>
          </a:p>
        </p:txBody>
      </p:sp>
      <p:sp>
        <p:nvSpPr>
          <p:cNvPr id="3" name="">
            <a:extLst xmlns:a="http://schemas.openxmlformats.org/drawingml/2006/main">
              <a:ext uri="{FF2B5EF4-FFF2-40B4-BE49-F238E27FC236}">
                <a16:creationId xmlns:a16="http://schemas.microsoft.com/office/drawing/2014/main" id="{A4C9E60A-7F46-4547-BDA6-F2484854E74C}"/>
              </a:ext>
            </a:extLst>
          </p:cNvPr>
          <p:cNvSpPr>
            <a:spLocks xmlns:a="http://schemas.openxmlformats.org/drawingml/2006/main" noGrp="1"/>
          </p:cNvSpPr>
          <p:nvPr/>
        </p:nvSpPr>
        <p:spPr>
          <a:xfrm xmlns:a="http://schemas.openxmlformats.org/drawingml/2006/main">
            <a:off x="11049000" y="61912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6F8499"/>
                </a:solidFill>
              </a:defRPr>
            </a:pPr>
            <a:r>
              <a:rPr sz="1200" b="1">
                <a:solidFill>
                  <a:srgbClr val="6F8499"/>
                </a:solidFill>
              </a:rPr>
              <a:t>08</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75421cf467f4003"/>
          <a:stretch xmlns:a="http://schemas.openxmlformats.org/drawingml/2006/main"/>
        </p:blipFill>
        <p:spPr>
          <a:xfrm xmlns:a="http://schemas.openxmlformats.org/drawingml/2006/main">
            <a:off x="876300" y="1418630"/>
            <a:ext cx="6572250" cy="369689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2C2DDA1-9ABA-4A4C-93A2-58D3181030CB}"/>
              </a:ext>
            </a:extLst>
          </p:cNvPr>
          <p:cNvSpPr>
            <a:spLocks xmlns:a="http://schemas.openxmlformats.org/drawingml/2006/main" noGrp="1"/>
          </p:cNvSpPr>
          <p:nvPr/>
        </p:nvSpPr>
        <p:spPr>
          <a:xfrm xmlns:a="http://schemas.openxmlformats.org/drawingml/2006/main">
            <a:off x="8001000" y="16192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4CC9F0"/>
                </a:solidFill>
              </a:defRPr>
            </a:pPr>
            <a:r>
              <a:rPr sz="2100" b="1">
                <a:solidFill>
                  <a:srgbClr val="4CC9F0"/>
                </a:solidFill>
              </a:rPr>
              <a:t>CI path</a:t>
            </a:r>
          </a:p>
        </p:txBody>
      </p:sp>
      <p:sp>
        <p:nvSpPr>
          <p:cNvPr id="6" name="">
            <a:extLst xmlns:a="http://schemas.openxmlformats.org/drawingml/2006/main">
              <a:ext uri="{FF2B5EF4-FFF2-40B4-BE49-F238E27FC236}">
                <a16:creationId xmlns:a16="http://schemas.microsoft.com/office/drawing/2014/main" id="{91D47B44-7848-4097-978E-C295FF6826BC}"/>
              </a:ext>
            </a:extLst>
          </p:cNvPr>
          <p:cNvSpPr>
            <a:spLocks xmlns:a="http://schemas.openxmlformats.org/drawingml/2006/main" noGrp="1"/>
          </p:cNvSpPr>
          <p:nvPr/>
        </p:nvSpPr>
        <p:spPr>
          <a:xfrm xmlns:a="http://schemas.openxmlformats.org/drawingml/2006/main">
            <a:off x="8001000" y="2095500"/>
            <a:ext cx="3143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4F8FB"/>
                </a:solidFill>
              </a:defRPr>
            </a:pPr>
            <a:r>
              <a:rPr sz="1950" b="1">
                <a:solidFill>
                  <a:srgbClr val="F4F8FB"/>
                </a:solidFill>
              </a:rPr>
              <a:t>first failed CI -&gt;</a:t>
            </a:r>
          </a:p>
          <a:p xmlns:a="http://schemas.openxmlformats.org/drawingml/2006/main">
            <a:pPr>
              <a:defRPr sz="1950" b="1">
                <a:solidFill>
                  <a:srgbClr val="F4F8FB"/>
                </a:solidFill>
              </a:defRPr>
            </a:pPr>
            <a:r>
              <a:rPr sz="1950" b="1">
                <a:solidFill>
                  <a:srgbClr val="F4F8FB"/>
                </a:solidFill>
              </a:rPr>
              <a:t>diagnosis -&gt; repair -&gt;</a:t>
            </a:r>
          </a:p>
          <a:p xmlns:a="http://schemas.openxmlformats.org/drawingml/2006/main">
            <a:pPr>
              <a:defRPr sz="1950" b="1">
                <a:solidFill>
                  <a:srgbClr val="F4F8FB"/>
                </a:solidFill>
              </a:defRPr>
            </a:pPr>
            <a:r>
              <a:rPr sz="1950" b="1">
                <a:solidFill>
                  <a:srgbClr val="F4F8FB"/>
                </a:solidFill>
              </a:rPr>
              <a:t>green CI</a:t>
            </a:r>
          </a:p>
        </p:txBody>
      </p:sp>
      <p:sp>
        <p:nvSpPr>
          <p:cNvPr id="7" name="">
            <a:extLst xmlns:a="http://schemas.openxmlformats.org/drawingml/2006/main">
              <a:ext uri="{FF2B5EF4-FFF2-40B4-BE49-F238E27FC236}">
                <a16:creationId xmlns:a16="http://schemas.microsoft.com/office/drawing/2014/main" id="{C41E9F00-D4F5-41BC-8E9E-A92B88649D0D}"/>
              </a:ext>
            </a:extLst>
          </p:cNvPr>
          <p:cNvSpPr>
            <a:spLocks xmlns:a="http://schemas.openxmlformats.org/drawingml/2006/main" noGrp="1"/>
          </p:cNvSpPr>
          <p:nvPr/>
        </p:nvSpPr>
        <p:spPr>
          <a:xfrm xmlns:a="http://schemas.openxmlformats.org/drawingml/2006/main">
            <a:off x="8001000" y="34099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A9BACB"/>
                </a:solidFill>
              </a:defRPr>
            </a:pPr>
            <a:r>
              <a:rPr sz="1725" b="0">
                <a:solidFill>
                  <a:srgbClr val="A9BACB"/>
                </a:solidFill>
              </a:rPr>
              <a:t>Verified submission-package CI run 31520499134 passed change classification, policy tests, evaluation, pipeline integrity, audit trail, and advisory graceful skip.</a:t>
            </a:r>
          </a:p>
        </p:txBody>
      </p:sp>
    </p:spTree>
    <p:extLst>
      <p:ext uri="{BB962C8B-B14F-4D97-AF65-F5344CB8AC3E}">
        <p14:creationId xmlns:p14="http://schemas.microsoft.com/office/powerpoint/2010/main" val="866202161"/>
      </p:ext>
    </p:extLst>
  </p:cSld>
</p:sld>
</file>

<file path=ppt/slides/slide9.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26E0C9-8948-4B3D-BC30-8F3C460A1F50}"/>
              </a:ext>
            </a:extLst>
          </p:cNvPr>
          <p:cNvSpPr>
            <a:spLocks xmlns:a="http://schemas.openxmlformats.org/drawingml/2006/main" noGrp="1"/>
          </p:cNvSpPr>
          <p:nvPr/>
        </p:nvSpPr>
        <p:spPr>
          <a:xfrm xmlns:a="http://schemas.openxmlformats.org/drawingml/2006/main">
            <a:off x="666750" y="323850"/>
            <a:ext cx="971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4F8FB"/>
                </a:solidFill>
              </a:defRPr>
            </a:pPr>
            <a:r>
              <a:rPr sz="2850" b="1">
                <a:solidFill>
                  <a:srgbClr val="F4F8FB"/>
                </a:solidFill>
              </a:rPr>
              <a:t>Change Passport proves readiness</a:t>
            </a:r>
          </a:p>
        </p:txBody>
      </p:sp>
      <p:sp>
        <p:nvSpPr>
          <p:cNvPr id="2" name="">
            <a:extLst xmlns:a="http://schemas.openxmlformats.org/drawingml/2006/main">
              <a:ext uri="{FF2B5EF4-FFF2-40B4-BE49-F238E27FC236}">
                <a16:creationId xmlns:a16="http://schemas.microsoft.com/office/drawing/2014/main" id="{06BEF1E2-3EE0-481B-9B5F-701A4EA163F5}"/>
              </a:ext>
            </a:extLst>
          </p:cNvPr>
          <p:cNvSpPr>
            <a:spLocks xmlns:a="http://schemas.openxmlformats.org/drawingml/2006/main" noGrp="1"/>
          </p:cNvSpPr>
          <p:nvPr/>
        </p:nvSpPr>
        <p:spPr>
          <a:xfrm xmlns:a="http://schemas.openxmlformats.org/drawingml/2006/main">
            <a:off x="666750" y="876300"/>
            <a:ext cx="981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A9BACB"/>
                </a:solidFill>
              </a:defRPr>
            </a:pPr>
            <a:r>
              <a:rPr sz="1350" b="0">
                <a:solidFill>
                  <a:srgbClr val="A9BACB"/>
                </a:solidFill>
              </a:rPr>
              <a:t>Readiness is backed by machine evidence, not a claim.</a:t>
            </a:r>
          </a:p>
        </p:txBody>
      </p:sp>
      <p:sp>
        <p:nvSpPr>
          <p:cNvPr id="3" name="">
            <a:extLst xmlns:a="http://schemas.openxmlformats.org/drawingml/2006/main">
              <a:ext uri="{FF2B5EF4-FFF2-40B4-BE49-F238E27FC236}">
                <a16:creationId xmlns:a16="http://schemas.microsoft.com/office/drawing/2014/main" id="{B3A86B0C-4633-49EF-93A4-B8E58980944E}"/>
              </a:ext>
            </a:extLst>
          </p:cNvPr>
          <p:cNvSpPr>
            <a:spLocks xmlns:a="http://schemas.openxmlformats.org/drawingml/2006/main" noGrp="1"/>
          </p:cNvSpPr>
          <p:nvPr/>
        </p:nvSpPr>
        <p:spPr>
          <a:xfrm xmlns:a="http://schemas.openxmlformats.org/drawingml/2006/main">
            <a:off x="11049000" y="61912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6F8499"/>
                </a:solidFill>
              </a:defRPr>
            </a:pPr>
            <a:r>
              <a:rPr sz="1200" b="1">
                <a:solidFill>
                  <a:srgbClr val="6F8499"/>
                </a:solidFill>
              </a:rPr>
              <a:t>09</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7bccb3410dd4141"/>
          <a:stretch xmlns:a="http://schemas.openxmlformats.org/drawingml/2006/main"/>
        </p:blipFill>
        <p:spPr>
          <a:xfrm xmlns:a="http://schemas.openxmlformats.org/drawingml/2006/main">
            <a:off x="762000" y="1559719"/>
            <a:ext cx="5715000" cy="3214688"/>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a9b55a71b6b4e14"/>
          <a:stretch xmlns:a="http://schemas.openxmlformats.org/drawingml/2006/main"/>
        </p:blipFill>
        <p:spPr>
          <a:xfrm xmlns:a="http://schemas.openxmlformats.org/drawingml/2006/main">
            <a:off x="6667500" y="1815703"/>
            <a:ext cx="4381500" cy="246459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29D6A86-496B-423A-848B-DED24125F9EB}"/>
              </a:ext>
            </a:extLst>
          </p:cNvPr>
          <p:cNvSpPr>
            <a:spLocks xmlns:a="http://schemas.openxmlformats.org/drawingml/2006/main" noGrp="1"/>
          </p:cNvSpPr>
          <p:nvPr/>
        </p:nvSpPr>
        <p:spPr>
          <a:xfrm xmlns:a="http://schemas.openxmlformats.org/drawingml/2006/main">
            <a:off x="1238250" y="5572125"/>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A9BACB"/>
                </a:solidFill>
              </a:defRPr>
            </a:pPr>
            <a:r>
              <a:rPr sz="1725" b="0">
                <a:solidFill>
                  <a:srgbClr val="A9BACB"/>
                </a:solidFill>
              </a:rPr>
              <a:t>A separate deterministic conversion showed one narrow factual check could run with $0 model cost and about 0.156 ms local runtime.</a:t>
            </a:r>
          </a:p>
        </p:txBody>
      </p:sp>
    </p:spTree>
    <p:extLst>
      <p:ext uri="{BB962C8B-B14F-4D97-AF65-F5344CB8AC3E}">
        <p14:creationId xmlns:p14="http://schemas.microsoft.com/office/powerpoint/2010/main" val="2136284389"/>
      </p:ext>
    </p:extLst>
  </p:cSld>
</p:sld>
</file>

<file path=ppt/slides/slide10.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5F125A6-249A-4CB9-8C85-D915B3C151EB}"/>
              </a:ext>
            </a:extLst>
          </p:cNvPr>
          <p:cNvSpPr>
            <a:spLocks xmlns:a="http://schemas.openxmlformats.org/drawingml/2006/main" noGrp="1"/>
          </p:cNvSpPr>
          <p:nvPr/>
        </p:nvSpPr>
        <p:spPr>
          <a:xfrm xmlns:a="http://schemas.openxmlformats.org/drawingml/2006/main">
            <a:off x="666750" y="323850"/>
            <a:ext cx="971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4F8FB"/>
                </a:solidFill>
              </a:defRPr>
            </a:pPr>
            <a:r>
              <a:rPr sz="2850" b="1">
                <a:solidFill>
                  <a:srgbClr val="F4F8FB"/>
                </a:solidFill>
              </a:rPr>
              <a:t>Impact is measured, bounded, and honest</a:t>
            </a:r>
          </a:p>
        </p:txBody>
      </p:sp>
      <p:sp>
        <p:nvSpPr>
          <p:cNvPr id="2" name="">
            <a:extLst xmlns:a="http://schemas.openxmlformats.org/drawingml/2006/main">
              <a:ext uri="{FF2B5EF4-FFF2-40B4-BE49-F238E27FC236}">
                <a16:creationId xmlns:a16="http://schemas.microsoft.com/office/drawing/2014/main" id="{6A1C5A00-72FB-4684-919C-711CC3765533}"/>
              </a:ext>
            </a:extLst>
          </p:cNvPr>
          <p:cNvSpPr>
            <a:spLocks xmlns:a="http://schemas.openxmlformats.org/drawingml/2006/main" noGrp="1"/>
          </p:cNvSpPr>
          <p:nvPr/>
        </p:nvSpPr>
        <p:spPr>
          <a:xfrm xmlns:a="http://schemas.openxmlformats.org/drawingml/2006/main">
            <a:off x="666750" y="876300"/>
            <a:ext cx="981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A9BACB"/>
                </a:solidFill>
              </a:defRPr>
            </a:pPr>
            <a:r>
              <a:rPr sz="1350" b="0">
                <a:solidFill>
                  <a:srgbClr val="A9BACB"/>
                </a:solidFill>
              </a:rPr>
              <a:t>The best agentic system knows when not to use agents.</a:t>
            </a:r>
          </a:p>
        </p:txBody>
      </p:sp>
      <p:sp>
        <p:nvSpPr>
          <p:cNvPr id="3" name="">
            <a:extLst xmlns:a="http://schemas.openxmlformats.org/drawingml/2006/main">
              <a:ext uri="{FF2B5EF4-FFF2-40B4-BE49-F238E27FC236}">
                <a16:creationId xmlns:a16="http://schemas.microsoft.com/office/drawing/2014/main" id="{B7A243D9-70CF-4DF5-B3A6-7D36B47896E1}"/>
              </a:ext>
            </a:extLst>
          </p:cNvPr>
          <p:cNvSpPr>
            <a:spLocks xmlns:a="http://schemas.openxmlformats.org/drawingml/2006/main" noGrp="1"/>
          </p:cNvSpPr>
          <p:nvPr/>
        </p:nvSpPr>
        <p:spPr>
          <a:xfrm xmlns:a="http://schemas.openxmlformats.org/drawingml/2006/main">
            <a:off x="11049000" y="61912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6F8499"/>
                </a:solidFill>
              </a:defRPr>
            </a:pPr>
            <a:r>
              <a:rPr sz="1200" b="1">
                <a:solidFill>
                  <a:srgbClr val="6F8499"/>
                </a:solidFill>
              </a:rPr>
              <a:t>10</a:t>
            </a:r>
          </a:p>
        </p:txBody>
      </p:sp>
      <p:sp>
        <p:nvSpPr>
          <p:cNvPr id="4" name="">
            <a:extLst xmlns:a="http://schemas.openxmlformats.org/drawingml/2006/main">
              <a:ext uri="{FF2B5EF4-FFF2-40B4-BE49-F238E27FC236}">
                <a16:creationId xmlns:a16="http://schemas.microsoft.com/office/drawing/2014/main" id="{91AC9DEE-774B-466C-9882-87689D756776}"/>
              </a:ext>
            </a:extLst>
          </p:cNvPr>
          <p:cNvSpPr>
            <a:spLocks xmlns:a="http://schemas.openxmlformats.org/drawingml/2006/main" noGrp="1"/>
          </p:cNvSpPr>
          <p:nvPr/>
        </p:nvSpPr>
        <p:spPr>
          <a:xfrm xmlns:a="http://schemas.openxmlformats.org/drawingml/2006/main">
            <a:off x="1000125" y="16192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a:solidFill>
                  <a:srgbClr val="7BD88F"/>
                </a:solidFill>
              </a:defRPr>
            </a:pPr>
            <a:r>
              <a:rPr sz="2250" b="1">
                <a:solidFill>
                  <a:srgbClr val="7BD88F"/>
                </a:solidFill>
              </a:rPr>
              <a:t>Measured impact</a:t>
            </a:r>
          </a:p>
        </p:txBody>
      </p:sp>
      <p:sp>
        <p:nvSpPr>
          <p:cNvPr id="5" name="">
            <a:extLst xmlns:a="http://schemas.openxmlformats.org/drawingml/2006/main">
              <a:ext uri="{FF2B5EF4-FFF2-40B4-BE49-F238E27FC236}">
                <a16:creationId xmlns:a16="http://schemas.microsoft.com/office/drawing/2014/main" id="{7DC1CBD1-7D3E-420B-9E46-0C83816EFB38}"/>
              </a:ext>
            </a:extLst>
          </p:cNvPr>
          <p:cNvSpPr>
            <a:spLocks xmlns:a="http://schemas.openxmlformats.org/drawingml/2006/main" noGrp="1"/>
          </p:cNvSpPr>
          <p:nvPr/>
        </p:nvSpPr>
        <p:spPr>
          <a:xfrm xmlns:a="http://schemas.openxmlformats.org/drawingml/2006/main">
            <a:off x="1000125" y="2238375"/>
            <a:ext cx="4191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4F8FB"/>
                </a:solidFill>
              </a:defRPr>
            </a:pPr>
            <a:r>
              <a:rPr sz="2100" b="1">
                <a:solidFill>
                  <a:srgbClr val="F4F8FB"/>
                </a:solidFill>
              </a:rPr>
              <a:t>Quality improved. LOW and</a:t>
            </a:r>
          </a:p>
          <a:p xmlns:a="http://schemas.openxmlformats.org/drawingml/2006/main">
            <a:pPr>
              <a:defRPr sz="2100" b="1">
                <a:solidFill>
                  <a:srgbClr val="F4F8FB"/>
                </a:solidFill>
              </a:defRPr>
            </a:pPr>
            <a:r>
              <a:rPr sz="2100" b="1">
                <a:solidFill>
                  <a:srgbClr val="F4F8FB"/>
                </a:solidFill>
              </a:rPr>
              <a:t>MEDIUM overhead dropped.</a:t>
            </a:r>
          </a:p>
          <a:p xmlns:a="http://schemas.openxmlformats.org/drawingml/2006/main">
            <a:pPr>
              <a:defRPr sz="2100" b="1">
                <a:solidFill>
                  <a:srgbClr val="F4F8FB"/>
                </a:solidFill>
              </a:defRPr>
            </a:pPr>
            <a:r>
              <a:rPr sz="2100" b="1">
                <a:solidFill>
                  <a:srgbClr val="F4F8FB"/>
                </a:solidFill>
              </a:rPr>
              <a:t>HIGH governance stayed in place.</a:t>
            </a:r>
          </a:p>
        </p:txBody>
      </p:sp>
      <p:sp>
        <p:nvSpPr>
          <p:cNvPr id="6" name="">
            <a:extLst xmlns:a="http://schemas.openxmlformats.org/drawingml/2006/main">
              <a:ext uri="{FF2B5EF4-FFF2-40B4-BE49-F238E27FC236}">
                <a16:creationId xmlns:a16="http://schemas.microsoft.com/office/drawing/2014/main" id="{97E73727-5188-4A7A-8160-487405F336EC}"/>
              </a:ext>
            </a:extLst>
          </p:cNvPr>
          <p:cNvSpPr>
            <a:spLocks xmlns:a="http://schemas.openxmlformats.org/drawingml/2006/main" noGrp="1"/>
          </p:cNvSpPr>
          <p:nvPr/>
        </p:nvSpPr>
        <p:spPr>
          <a:xfrm xmlns:a="http://schemas.openxmlformats.org/drawingml/2006/main">
            <a:off x="6572250" y="16192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a:solidFill>
                  <a:srgbClr val="F6C85F"/>
                </a:solidFill>
              </a:defRPr>
            </a:pPr>
            <a:r>
              <a:rPr sz="2250" b="1">
                <a:solidFill>
                  <a:srgbClr val="F6C85F"/>
                </a:solidFill>
              </a:rPr>
              <a:t>Limitations</a:t>
            </a:r>
          </a:p>
        </p:txBody>
      </p:sp>
      <p:sp>
        <p:nvSpPr>
          <p:cNvPr id="7" name="">
            <a:extLst xmlns:a="http://schemas.openxmlformats.org/drawingml/2006/main">
              <a:ext uri="{FF2B5EF4-FFF2-40B4-BE49-F238E27FC236}">
                <a16:creationId xmlns:a16="http://schemas.microsoft.com/office/drawing/2014/main" id="{E381F43B-FDC6-4685-AC7A-DFC8C871FF2D}"/>
              </a:ext>
            </a:extLst>
          </p:cNvPr>
          <p:cNvSpPr>
            <a:spLocks xmlns:a="http://schemas.openxmlformats.org/drawingml/2006/main" noGrp="1"/>
          </p:cNvSpPr>
          <p:nvPr/>
        </p:nvSpPr>
        <p:spPr>
          <a:xfrm xmlns:a="http://schemas.openxmlformats.org/drawingml/2006/main">
            <a:off x="6572250" y="2238375"/>
            <a:ext cx="4095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F4F8FB"/>
                </a:solidFill>
              </a:defRPr>
            </a:pPr>
            <a:r>
              <a:rPr sz="2025" b="1">
                <a:solidFill>
                  <a:srgbClr val="F4F8FB"/>
                </a:solidFill>
              </a:rPr>
              <a:t>Three representative</a:t>
            </a:r>
          </a:p>
          <a:p xmlns:a="http://schemas.openxmlformats.org/drawingml/2006/main">
            <a:pPr>
              <a:defRPr sz="2025" b="1">
                <a:solidFill>
                  <a:srgbClr val="F4F8FB"/>
                </a:solidFill>
              </a:defRPr>
            </a:pPr>
            <a:r>
              <a:rPr sz="2025" b="1">
                <a:solidFill>
                  <a:srgbClr val="F4F8FB"/>
                </a:solidFill>
              </a:rPr>
              <a:t>scenarios only. No production</a:t>
            </a:r>
          </a:p>
          <a:p xmlns:a="http://schemas.openxmlformats.org/drawingml/2006/main">
            <a:pPr>
              <a:defRPr sz="2025" b="1">
                <a:solidFill>
                  <a:srgbClr val="F4F8FB"/>
                </a:solidFill>
              </a:defRPr>
            </a:pPr>
            <a:r>
              <a:rPr sz="2025" b="1">
                <a:solidFill>
                  <a:srgbClr val="F4F8FB"/>
                </a:solidFill>
              </a:rPr>
              <a:t>deployment. Advisory AI was</a:t>
            </a:r>
          </a:p>
          <a:p xmlns:a="http://schemas.openxmlformats.org/drawingml/2006/main">
            <a:pPr>
              <a:defRPr sz="2025" b="1">
                <a:solidFill>
                  <a:srgbClr val="F4F8FB"/>
                </a:solidFill>
              </a:defRPr>
            </a:pPr>
            <a:r>
              <a:rPr sz="2025" b="1">
                <a:solidFill>
                  <a:srgbClr val="F4F8FB"/>
                </a:solidFill>
              </a:rPr>
              <a:t>unavailable in CI and safely skipped.</a:t>
            </a:r>
          </a:p>
        </p:txBody>
      </p:sp>
      <p:sp>
        <p:nvSpPr>
          <p:cNvPr id="8" name="">
            <a:extLst xmlns:a="http://schemas.openxmlformats.org/drawingml/2006/main">
              <a:ext uri="{FF2B5EF4-FFF2-40B4-BE49-F238E27FC236}">
                <a16:creationId xmlns:a16="http://schemas.microsoft.com/office/drawing/2014/main" id="{8E6C4C04-DBB2-4533-87C6-1BA9F4FD4EA7}"/>
              </a:ext>
            </a:extLst>
          </p:cNvPr>
          <p:cNvSpPr>
            <a:spLocks xmlns:a="http://schemas.openxmlformats.org/drawingml/2006/main" noGrp="1"/>
          </p:cNvSpPr>
          <p:nvPr/>
        </p:nvSpPr>
        <p:spPr>
          <a:xfrm xmlns:a="http://schemas.openxmlformats.org/drawingml/2006/main">
            <a:off x="1571625" y="4476750"/>
            <a:ext cx="8382000" cy="1181100"/>
          </a:xfrm>
          <a:prstGeom xmlns:a="http://schemas.openxmlformats.org/drawingml/2006/main" prst="roundRect">
            <a:avLst>
              <a:gd name="adj" fmla="val 6452"/>
            </a:avLst>
          </a:prstGeom>
          <a:solidFill xmlns:a="http://schemas.openxmlformats.org/drawingml/2006/main">
            <a:srgbClr val="17314D"/>
          </a:solidFill>
          <a:ln xmlns:a="http://schemas.openxmlformats.org/drawingml/2006/main" w="11430">
            <a:solidFill>
              <a:srgbClr val="4CC9F0"/>
            </a:solidFill>
            <a:prstDash val="solid"/>
          </a:ln>
        </p:spPr>
      </p:sp>
      <p:sp>
        <p:nvSpPr>
          <p:cNvPr id="9" name="">
            <a:extLst xmlns:a="http://schemas.openxmlformats.org/drawingml/2006/main">
              <a:ext uri="{FF2B5EF4-FFF2-40B4-BE49-F238E27FC236}">
                <a16:creationId xmlns:a16="http://schemas.microsoft.com/office/drawing/2014/main" id="{28B8561C-DF8A-4D11-A3B8-90964D11D6F0}"/>
              </a:ext>
            </a:extLst>
          </p:cNvPr>
          <p:cNvSpPr>
            <a:spLocks xmlns:a="http://schemas.openxmlformats.org/drawingml/2006/main" noGrp="1"/>
          </p:cNvSpPr>
          <p:nvPr/>
        </p:nvSpPr>
        <p:spPr>
          <a:xfrm xmlns:a="http://schemas.openxmlformats.org/drawingml/2006/main">
            <a:off x="1952625" y="4810125"/>
            <a:ext cx="762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F4F8FB"/>
                </a:solidFill>
              </a:defRPr>
            </a:pPr>
            <a:r>
              <a:rPr sz="1800" b="1">
                <a:solidFill>
                  <a:srgbClr val="F4F8FB"/>
                </a:solidFill>
              </a:rPr>
              <a:t>Final takeaway: AURA Forge gives each change the minimum autonomy it deserves, then proves the route stayed inside policy.</a:t>
            </a:r>
          </a:p>
        </p:txBody>
      </p:sp>
    </p:spTree>
    <p:extLst>
      <p:ext uri="{BB962C8B-B14F-4D97-AF65-F5344CB8AC3E}">
        <p14:creationId xmlns:p14="http://schemas.microsoft.com/office/powerpoint/2010/main" val="6653629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2026-08-11T19:23:45.1290000Z</dcterms:created>
  <dcterms:modified xsi:type="dcterms:W3CDTF">2026-08-11T19:23:45.1290000Z</dcterms:modified>
</coreProperties>
</file>